
<file path=[Content_Types].xml><?xml version="1.0" encoding="utf-8"?>
<Types xmlns="http://schemas.openxmlformats.org/package/2006/content-types">
  <Default Extension="xml" ContentType="application/vnd.openxmlformats-package.core-properties+xml"/>
  <Default Extension="dat" ContentType="application/x-fontdata"/>
  <Default Extension="png" ContentType="image/png"/>
  <Default Extension="svg" ContentType="image/svg+xml"/>
  <Default Extension="rels" ContentType="application/vnd.openxmlformats-package.relationships+xml"/>
  <Override PartName="/docProps/app.xml" ContentType="application/vnd.openxmlformats-officedocument.extended-properties+xml"/>
  <Override PartName="/ppt/presentation.xml" ContentType="application/vnd.openxmlformats-officedocument.presentationml.presentation.main+xml"/>
  <Override PartName="/ppt/theme/theme1.xml" ContentType="application/vnd.openxmlformats-officedocument.theme+xml"/>
  <Override PartName="/ppt/slideMasters/slideMaster1.xml" ContentType="application/vnd.openxmlformats-officedocument.presentationml.slideMaster+xml"/>
  <Override PartName="/ppt/slideMasters/theme/theme2.xml" ContentType="application/vnd.openxmlformats-officedocument.theme+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notesMasters/notesMaster1.xml" ContentType="application/vnd.openxmlformats-officedocument.presentationml.notesMaster+xml"/>
  <Override PartName="/ppt/notesMasters/theme/theme3.xml" ContentType="application/vnd.openxmlformats-officedocument.theme+xml"/>
  <Override PartName="/ppt/presProps.xml" ContentType="application/vnd.openxmlformats-officedocument.presentationml.presProps+xml"/>
  <Override PartName="/ppt/viewProps.xml" ContentType="application/vnd.openxmlformats-officedocument.presentationml.viewProps+xml"/>
  <Override PartName="/ppt/tableStyles.xml" ContentType="application/vnd.openxmlformats-officedocument.presentationml.tableStyles+xml"/>
  <Override PartName="/ppt/slides/slide1.xml" ContentType="application/vnd.openxmlformats-officedocument.presentationml.slide+xml"/>
  <Override PartName="/ppt/notesSlides/notesSlide1.xml" ContentType="application/vnd.openxmlformats-officedocument.presentationml.notesSlide+xml"/>
  <Override PartName="/ppt/slides/slide2.xml" ContentType="application/vnd.openxmlformats-officedocument.presentationml.slide+xml"/>
  <Override PartName="/ppt/notesSlides/notesSlide2.xml" ContentType="application/vnd.openxmlformats-officedocument.presentationml.notesSlide+xml"/>
  <Override PartName="/ppt/slides/slide3.xml" ContentType="application/vnd.openxmlformats-officedocument.presentationml.slide+xml"/>
  <Override PartName="/ppt/notesSlides/notesSlide3.xml" ContentType="application/vnd.openxmlformats-officedocument.presentationml.notesSlide+xml"/>
  <Override PartName="/ppt/slides/slide4.xml" ContentType="application/vnd.openxmlformats-officedocument.presentationml.slide+xml"/>
  <Override PartName="/ppt/notesSlides/notesSlide4.xml" ContentType="application/vnd.openxmlformats-officedocument.presentationml.notesSlide+xml"/>
  <Override PartName="/ppt/slides/slide5.xml" ContentType="application/vnd.openxmlformats-officedocument.presentationml.slide+xml"/>
  <Override PartName="/ppt/notesSlides/notesSlide5.xml" ContentType="application/vnd.openxmlformats-officedocument.presentationml.notesSlide+xml"/>
  <Override PartName="/ppt/slides/slide6.xml" ContentType="application/vnd.openxmlformats-officedocument.presentationml.slide+xml"/>
  <Override PartName="/ppt/notesSlides/notesSlide6.xml" ContentType="application/vnd.openxmlformats-officedocument.presentationml.notesSlide+xml"/>
  <Override PartName="/ppt/slides/slide7.xml" ContentType="application/vnd.openxmlformats-officedocument.presentationml.slide+xml"/>
  <Override PartName="/ppt/notesSlides/notesSlide7.xml" ContentType="application/vnd.openxmlformats-officedocument.presentationml.notesSlide+xml"/>
  <Override PartName="/ppt/slides/slide8.xml" ContentType="application/vnd.openxmlformats-officedocument.presentationml.slide+xml"/>
  <Override PartName="/ppt/notesSlides/notesSlide8.xml" ContentType="application/vnd.openxmlformats-officedocument.presentationml.notesSlide+xml"/>
  <Override PartName="/ppt/slides/slide9.xml" ContentType="application/vnd.openxmlformats-officedocument.presentationml.slide+xml"/>
  <Override PartName="/ppt/notesSlides/notesSlide9.xml" ContentType="application/vnd.openxmlformats-officedocument.presentationml.notesSlide+xml"/>
  <Override PartName="/ppt/slides/slide10.xml" ContentType="application/vnd.openxmlformats-officedocument.presentationml.slide+xml"/>
  <Override PartName="/ppt/notesSlides/notesSlide10.xml" ContentType="application/vnd.openxmlformats-officedocument.presentationml.notesSlide+xml"/>
  <Override PartName="/ppt/slides/slide11.xml" ContentType="application/vnd.openxmlformats-officedocument.presentationml.slide+xml"/>
  <Override PartName="/ppt/notesSlides/notesSlide11.xml" ContentType="application/vnd.openxmlformats-officedocument.presentationml.notesSlide+xml"/>
  <Override PartName="/ppt/slides/slide12.xml" ContentType="application/vnd.openxmlformats-officedocument.presentationml.slide+xml"/>
  <Override PartName="/ppt/notesSlides/notesSlide12.xml" ContentType="application/vnd.openxmlformats-officedocument.presentationml.notesSlide+xml"/>
  <Override PartName="/ppt/slides/slide13.xml" ContentType="application/vnd.openxmlformats-officedocument.presentationml.slide+xml"/>
  <Override PartName="/ppt/notesSlides/notesSlide13.xml" ContentType="application/vnd.openxmlformats-officedocument.presentationml.notesSlide+xml"/>
  <Override PartName="/ppt/slides/slide14.xml" ContentType="application/vnd.openxmlformats-officedocument.presentationml.slide+xml"/>
  <Override PartName="/ppt/notesSlides/notesSlide14.xml" ContentType="application/vnd.openxmlformats-officedocument.presentationml.notesSlide+xml"/>
  <Override PartName="/ppt/slides/slide15.xml" ContentType="application/vnd.openxmlformats-officedocument.presentationml.slide+xml"/>
  <Override PartName="/ppt/notesSlides/notesSlide15.xml" ContentType="application/vnd.openxmlformats-officedocument.presentationml.notesSlide+xml"/>
  <Override PartName="/ppt/slides/slide16.xml" ContentType="application/vnd.openxmlformats-officedocument.presentationml.slide+xml"/>
  <Override PartName="/ppt/notesSlides/notesSlide16.xml" ContentType="application/vnd.openxmlformats-officedocument.presentationml.notesSlide+xml"/>
  <Override PartName="/ppt/slides/slide17.xml" ContentType="application/vnd.openxmlformats-officedocument.presentationml.slide+xml"/>
  <Override PartName="/ppt/notesSlides/notesSlide17.xml" ContentType="application/vnd.openxmlformats-officedocument.presentationml.notesSlide+xml"/>
  <Override PartName="/ppt/slides/slide18.xml" ContentType="application/vnd.openxmlformats-officedocument.presentationml.slide+xml"/>
  <Override PartName="/ppt/notesSlides/notesSlide18.xml" ContentType="application/vnd.openxmlformats-officedocument.presentationml.notesSlide+xml"/>
</Types>
</file>

<file path=_rels/.rels>&#65279;<?xml version="1.0" encoding="utf-8"?><Relationships xmlns="http://schemas.openxmlformats.org/package/2006/relationships"><Relationship Type="http://schemas.openxmlformats.org/package/2006/relationships/metadata/core-properties" Target="/docProps/core.xml" Id="Ra77a3850ce544ad9" /><Relationship Type="http://schemas.openxmlformats.org/officeDocument/2006/relationships/extended-properties" Target="/docProps/app.xml" Id="Rd1eb383f3f6440dc" /><Relationship Type="http://schemas.openxmlformats.org/officeDocument/2006/relationships/officeDocument" Target="/ppt/presentation.xml" Id="R3e084e2566c4411f" /></Relationships>
</file>

<file path=ppt/presentation.xml><?xml version="1.0" encoding="utf-8"?>
<p:presentation xmlns:p="http://schemas.openxmlformats.org/presentationml/2006/main" embedTrueTypeFonts="1" saveSubsetFonts="1">
  <p:sldMasterIdLst>
    <p:sldMasterId xmlns:r="http://schemas.openxmlformats.org/officeDocument/2006/relationships" id="2147483648" r:id="R5afba950498c4a74"/>
  </p:sldMasterIdLst>
  <p:notesMasterIdLst>
    <p:notesMasterId xmlns:r="http://schemas.openxmlformats.org/officeDocument/2006/relationships" r:id="Ra8f4292f142246b8"/>
  </p:notesMasterIdLst>
  <p:sldIdLst>
    <p:sldId xmlns:r="http://schemas.openxmlformats.org/officeDocument/2006/relationships" id="256" r:id="R54b31bd0ce674b3b"/>
    <p:sldId xmlns:r="http://schemas.openxmlformats.org/officeDocument/2006/relationships" id="257" r:id="R37e55de857464ef7"/>
    <p:sldId xmlns:r="http://schemas.openxmlformats.org/officeDocument/2006/relationships" id="258" r:id="R313c8471fd434c40"/>
    <p:sldId xmlns:r="http://schemas.openxmlformats.org/officeDocument/2006/relationships" id="259" r:id="R02b742a26f324c22"/>
    <p:sldId xmlns:r="http://schemas.openxmlformats.org/officeDocument/2006/relationships" id="260" r:id="Rfab6eaa932754815"/>
    <p:sldId xmlns:r="http://schemas.openxmlformats.org/officeDocument/2006/relationships" id="261" r:id="R8684ad2a978241df"/>
    <p:sldId xmlns:r="http://schemas.openxmlformats.org/officeDocument/2006/relationships" id="262" r:id="R7a9ce110d0c1444d"/>
    <p:sldId xmlns:r="http://schemas.openxmlformats.org/officeDocument/2006/relationships" id="263" r:id="Rf78d253cae454ce7"/>
    <p:sldId xmlns:r="http://schemas.openxmlformats.org/officeDocument/2006/relationships" id="264" r:id="R60d74eaebd1d4d71"/>
    <p:sldId xmlns:r="http://schemas.openxmlformats.org/officeDocument/2006/relationships" id="265" r:id="R6f4efe4df58a43b2"/>
    <p:sldId xmlns:r="http://schemas.openxmlformats.org/officeDocument/2006/relationships" id="266" r:id="R07f5488d325d462d"/>
    <p:sldId xmlns:r="http://schemas.openxmlformats.org/officeDocument/2006/relationships" id="267" r:id="R9470eaa69ae84691"/>
    <p:sldId xmlns:r="http://schemas.openxmlformats.org/officeDocument/2006/relationships" id="268" r:id="R45b0b4ac64544258"/>
    <p:sldId xmlns:r="http://schemas.openxmlformats.org/officeDocument/2006/relationships" id="269" r:id="R7c75bc8ca33d4701"/>
    <p:sldId xmlns:r="http://schemas.openxmlformats.org/officeDocument/2006/relationships" id="270" r:id="R6567ee25d0c2414e"/>
    <p:sldId xmlns:r="http://schemas.openxmlformats.org/officeDocument/2006/relationships" id="271" r:id="R8df80d99a9684546"/>
    <p:sldId xmlns:r="http://schemas.openxmlformats.org/officeDocument/2006/relationships" id="272" r:id="R73db0534bfb34ba1"/>
    <p:sldId xmlns:r="http://schemas.openxmlformats.org/officeDocument/2006/relationships" id="273" r:id="R4fc270902f8c48e3"/>
  </p:sldIdLst>
  <p:sldSz cx="9144000" cy="5143500"/>
  <p:notesSz cx="6858000" cy="9144000"/>
  <p:embeddedFontLst>
    <p:embeddedFont>
      <p:font typeface="Montserrat"/>
      <p:bold xmlns:r="http://schemas.openxmlformats.org/officeDocument/2006/relationships" r:id="Rab7a8ab986524465"/>
      <p:boldItalic xmlns:r="http://schemas.openxmlformats.org/officeDocument/2006/relationships" r:id="R6209a2c23e294f88"/>
    </p:embeddedFont>
    <p:embeddedFont>
      <p:font typeface="Montserrat ExtraBold"/>
      <p:bold xmlns:r="http://schemas.openxmlformats.org/officeDocument/2006/relationships" r:id="R0a004f929490419f"/>
      <p:boldItalic xmlns:r="http://schemas.openxmlformats.org/officeDocument/2006/relationships" r:id="Rf72b94427d024825"/>
    </p:embeddedFont>
    <p:embeddedFont>
      <p:font typeface="Montserrat Medium"/>
      <p:regular xmlns:r="http://schemas.openxmlformats.org/officeDocument/2006/relationships" r:id="Rc7ef3ab52a9d4493"/>
      <p:bold xmlns:r="http://schemas.openxmlformats.org/officeDocument/2006/relationships" r:id="R11dcc2091b2b4a6e"/>
      <p:italic xmlns:r="http://schemas.openxmlformats.org/officeDocument/2006/relationships" r:id="Rfa82d3c3f1824b12"/>
      <p:boldItalic xmlns:r="http://schemas.openxmlformats.org/officeDocument/2006/relationships" r:id="R063942087f07493f"/>
    </p:embeddedFont>
    <p:embeddedFont>
      <p:font typeface="Montserrat SemiBold"/>
      <p:regular xmlns:r="http://schemas.openxmlformats.org/officeDocument/2006/relationships" r:id="R530ccb2740e94980"/>
      <p:bold xmlns:r="http://schemas.openxmlformats.org/officeDocument/2006/relationships" r:id="R331b3a0af8784bec"/>
      <p:italic xmlns:r="http://schemas.openxmlformats.org/officeDocument/2006/relationships" r:id="R863324bd98764f18"/>
      <p:boldItalic xmlns:r="http://schemas.openxmlformats.org/officeDocument/2006/relationships" r:id="R21e4b418a73d4ec5"/>
    </p:embeddedFont>
  </p:embeddedFontLst>
</p:presentation>
</file>

<file path=ppt/presProps.xml><?xml version="1.0" encoding="utf-8"?>
<p:presentationPr xmlns:p="http://schemas.openxmlformats.org/presentationml/2006/main">
  <p:extLst>
    <p:ext xmlns:p14="http://schemas.microsoft.com/office/powerpoint/2010/main" uri="{E76CE94A-603C-4142-B9EB-6D1370010A27}">
      <p14:discardImageEditData val="0"/>
    </p:ext>
    <p:ext xmlns:p14="http://schemas.microsoft.com/office/powerpoint/2010/main" uri="{D31A062A-798A-4329-ABDD-BBA856620510}">
      <p14:defaultImageDpi val="32767"/>
    </p:ext>
    <p:ext xmlns:p15="http://schemas.microsoft.com/office/powerpoint/2012/main" uri="{FD5EFAAD-0ECE-453E-9831-46B23BE46B34}">
      <p15:chartTrackingRefBased val="1"/>
    </p:ext>
  </p:extLst>
</p:presentationPr>
</file>

<file path=ppt/tableStyles.xml><?xml version="1.0" encoding="utf-8"?>
<a:tblStyleLst xmlns:a="http://schemas.openxmlformats.org/drawingml/2006/main" def="{5C22544A-7EE6-4342-B048-85BDC9FD1C3A}"/>
</file>

<file path=ppt/viewProps.xml><?xml version="1.0" encoding="utf-8"?>
<p:viewPr xmlns:p="http://schemas.openxmlformats.org/presentationml/2006/main">
  <p:slideViewPr>
    <p:cSldViewPr snapToGrid="0">
      <p:cViewPr>
        <p:scale>
          <a:sx xmlns:a="http://schemas.openxmlformats.org/drawingml/2006/main" n="1" d="1"/>
          <a:sy xmlns:a="http://schemas.openxmlformats.org/drawingml/2006/main" n="1" d="1"/>
        </p:scale>
        <p:origin x="0" y="0"/>
      </p:cViewPr>
      <p:guideLst/>
    </p:cSldViewPr>
  </p:slideViewPr>
  <p:gridSpacing cx="76200" cy="76200"/>
</p:viewPr>
</file>

<file path=ppt/_rels/presentation.xml.rels>&#65279;<?xml version="1.0" encoding="utf-8"?><Relationships xmlns="http://schemas.openxmlformats.org/package/2006/relationships"><Relationship Type="http://schemas.openxmlformats.org/officeDocument/2006/relationships/theme" Target="/ppt/theme/theme1.xml" Id="R51591e76954b4663" /><Relationship Type="http://schemas.openxmlformats.org/officeDocument/2006/relationships/slideMaster" Target="/ppt/slideMasters/slideMaster1.xml" Id="R5afba950498c4a74" /><Relationship Type="http://schemas.openxmlformats.org/officeDocument/2006/relationships/notesMaster" Target="/ppt/notesMasters/notesMaster1.xml" Id="Ra8f4292f142246b8" /><Relationship Type="http://schemas.openxmlformats.org/officeDocument/2006/relationships/presProps" Target="/ppt/presProps.xml" Id="R695f06a1c8454547" /><Relationship Type="http://schemas.openxmlformats.org/officeDocument/2006/relationships/viewProps" Target="/ppt/viewProps.xml" Id="Refcc2a9123c64c9b" /><Relationship Type="http://schemas.openxmlformats.org/officeDocument/2006/relationships/tableStyles" Target="/ppt/tableStyles.xml" Id="R89bbd1396e6446dd" /><Relationship Type="http://schemas.openxmlformats.org/officeDocument/2006/relationships/font" Target="/ppt/fonts/font.dat" Id="Rab7a8ab986524465" /><Relationship Type="http://schemas.openxmlformats.org/officeDocument/2006/relationships/font" Target="/ppt/fonts/font2.dat" Id="R6209a2c23e294f88" /><Relationship Type="http://schemas.openxmlformats.org/officeDocument/2006/relationships/font" Target="/ppt/fonts/font3.dat" Id="R0a004f929490419f" /><Relationship Type="http://schemas.openxmlformats.org/officeDocument/2006/relationships/font" Target="/ppt/fonts/font4.dat" Id="Rf72b94427d024825" /><Relationship Type="http://schemas.openxmlformats.org/officeDocument/2006/relationships/font" Target="/ppt/fonts/font5.dat" Id="Rc7ef3ab52a9d4493" /><Relationship Type="http://schemas.openxmlformats.org/officeDocument/2006/relationships/font" Target="/ppt/fonts/font6.dat" Id="R11dcc2091b2b4a6e" /><Relationship Type="http://schemas.openxmlformats.org/officeDocument/2006/relationships/font" Target="/ppt/fonts/font7.dat" Id="Rfa82d3c3f1824b12" /><Relationship Type="http://schemas.openxmlformats.org/officeDocument/2006/relationships/font" Target="/ppt/fonts/font8.dat" Id="R063942087f07493f" /><Relationship Type="http://schemas.openxmlformats.org/officeDocument/2006/relationships/font" Target="/ppt/fonts/font9.dat" Id="R530ccb2740e94980" /><Relationship Type="http://schemas.openxmlformats.org/officeDocument/2006/relationships/font" Target="/ppt/fonts/font10.dat" Id="R331b3a0af8784bec" /><Relationship Type="http://schemas.openxmlformats.org/officeDocument/2006/relationships/font" Target="/ppt/fonts/font11.dat" Id="R863324bd98764f18" /><Relationship Type="http://schemas.openxmlformats.org/officeDocument/2006/relationships/font" Target="/ppt/fonts/font12.dat" Id="R21e4b418a73d4ec5" /><Relationship Type="http://schemas.openxmlformats.org/officeDocument/2006/relationships/slide" Target="/ppt/slides/slide1.xml" Id="R54b31bd0ce674b3b" /><Relationship Type="http://schemas.openxmlformats.org/officeDocument/2006/relationships/slide" Target="/ppt/slides/slide2.xml" Id="R37e55de857464ef7" /><Relationship Type="http://schemas.openxmlformats.org/officeDocument/2006/relationships/slide" Target="/ppt/slides/slide3.xml" Id="R313c8471fd434c40" /><Relationship Type="http://schemas.openxmlformats.org/officeDocument/2006/relationships/slide" Target="/ppt/slides/slide4.xml" Id="R02b742a26f324c22" /><Relationship Type="http://schemas.openxmlformats.org/officeDocument/2006/relationships/slide" Target="/ppt/slides/slide5.xml" Id="Rfab6eaa932754815" /><Relationship Type="http://schemas.openxmlformats.org/officeDocument/2006/relationships/slide" Target="/ppt/slides/slide6.xml" Id="R8684ad2a978241df" /><Relationship Type="http://schemas.openxmlformats.org/officeDocument/2006/relationships/slide" Target="/ppt/slides/slide7.xml" Id="R7a9ce110d0c1444d" /><Relationship Type="http://schemas.openxmlformats.org/officeDocument/2006/relationships/slide" Target="/ppt/slides/slide8.xml" Id="Rf78d253cae454ce7" /><Relationship Type="http://schemas.openxmlformats.org/officeDocument/2006/relationships/slide" Target="/ppt/slides/slide9.xml" Id="R60d74eaebd1d4d71" /><Relationship Type="http://schemas.openxmlformats.org/officeDocument/2006/relationships/slide" Target="/ppt/slides/slide10.xml" Id="R6f4efe4df58a43b2" /><Relationship Type="http://schemas.openxmlformats.org/officeDocument/2006/relationships/slide" Target="/ppt/slides/slide11.xml" Id="R07f5488d325d462d" /><Relationship Type="http://schemas.openxmlformats.org/officeDocument/2006/relationships/slide" Target="/ppt/slides/slide12.xml" Id="R9470eaa69ae84691" /><Relationship Type="http://schemas.openxmlformats.org/officeDocument/2006/relationships/slide" Target="/ppt/slides/slide13.xml" Id="R45b0b4ac64544258" /><Relationship Type="http://schemas.openxmlformats.org/officeDocument/2006/relationships/slide" Target="/ppt/slides/slide14.xml" Id="R7c75bc8ca33d4701" /><Relationship Type="http://schemas.openxmlformats.org/officeDocument/2006/relationships/slide" Target="/ppt/slides/slide15.xml" Id="R6567ee25d0c2414e" /><Relationship Type="http://schemas.openxmlformats.org/officeDocument/2006/relationships/slide" Target="/ppt/slides/slide16.xml" Id="R8df80d99a9684546" /><Relationship Type="http://schemas.openxmlformats.org/officeDocument/2006/relationships/slide" Target="/ppt/slides/slide17.xml" Id="R73db0534bfb34ba1" /><Relationship Type="http://schemas.openxmlformats.org/officeDocument/2006/relationships/slide" Target="/ppt/slides/slide18.xml" Id="R4fc270902f8c48e3" /></Relationships>
</file>

<file path=ppt/notesMasters/_rels/notesMaster1.xml.rels>&#65279;<?xml version="1.0" encoding="utf-8"?><Relationships xmlns="http://schemas.openxmlformats.org/package/2006/relationships"><Relationship Type="http://schemas.openxmlformats.org/officeDocument/2006/relationships/theme" Target="/ppt/notesMasters/theme/theme3.xml" Id="R6c9bfcdda09e4385" /></Relationships>
</file>

<file path=ppt/notesMasters/notesMaster1.xml><?xml version="1.0" encoding="utf-8"?>
<p:notesMaster xmlns:p="http://schemas.openxmlformats.org/presentationml/2006/main">
  <p:cSld>
    <p:bg>
      <p:bgRef idx="1001">
        <a:schemeClr xmlns:a="http://schemas.openxmlformats.org/drawingml/2006/main" val="bg1"/>
      </p:bgRef>
    </p:bg>
    <p:spTree>
      <p:nvGrpSpPr>
        <p:cNvPr id="1" name=""/>
        <p:cNvGrpSpPr/>
        <p:nvPr/>
      </p:nvGrpSpPr>
      <p:grpSpPr>
        <a:xfrm xmlns:a="http://schemas.openxmlformats.org/drawingml/2006/main"/>
      </p:grpSpPr>
      <p:sp>
        <p:nvSpPr>
          <p:cNvPr id="2" name="Header Placeholder"/>
          <p:cNvSpPr/>
          <p:nvPr>
            <p:ph type="hdr" sz="quarter"/>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3" name="Date Placeholder"/>
          <p:cNvSpPr/>
          <p:nvPr>
            <p:ph type="dt" sz="quarter" idx="1"/>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4" name="Slide Image Placeholder"/>
          <p:cNvSpPr/>
          <p:nvPr>
            <p:ph type="sldImg" idx="2"/>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5" name="Notes Placeholder"/>
          <p:cNvSpPr/>
          <p:nvPr>
            <p:ph type="body" sz="quarter" idx="3"/>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6" name="Footer Placeholder"/>
          <p:cNvSpPr/>
          <p:nvPr>
            <p:ph type="ftr" sz="quarter" idx="4"/>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7" name="Slide Number Placeholder"/>
          <p:cNvSpPr/>
          <p:nvPr>
            <p:ph type="sldNum" sz="quarter" idx="5"/>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Tree>
  </p:cSld>
  <p:clrMap bg1="lt1" tx1="dk1" bg2="dk2" tx2="lt2" accent1="accent1" accent2="accent2" accent3="accent3" accent4="accent4" accent5="accent5" accent6="accent6" hlink="hlink" folHlink="folHlink"/>
  <p:notesStyle>
    <a:lvl1pPr xmlns:a="http://schemas.openxmlformats.org/drawingml/2006/main" marL="0" algn="l" defTabSz="914400" rtl="0" eaLnBrk="1" latinLnBrk="0" hangingPunct="1">
      <a:defRPr sz="1200" kern="1200"/>
    </a:lvl1pPr>
  </p:notesStyle>
</p:notesMaster>
</file>

<file path=ppt/notesMasters/theme/theme3.xml><?xml version="1.0" encoding="utf-8"?>
<a:theme xmlns:a="http://schemas.openxmlformats.org/drawingml/2006/main" name="Office Theme">
  <a:themeElements>
    <a:clrScheme name="Office">
      <a:dk1>
        <a:srgbClr val="000000"/>
      </a:dk1>
      <a:lt1>
        <a:srgbClr val="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a:solidFill>
            <a:schemeClr val="phClr">
              <a:shade val="95000"/>
              <a:satMod val="105000"/>
            </a:schemeClr>
          </a:solidFill>
          <a:prstDash val="solid"/>
        </a:ln>
        <a:ln w="25400">
          <a:solidFill>
            <a:schemeClr val="phClr"/>
          </a:solidFill>
          <a:prstDash val="solid"/>
        </a:ln>
        <a:ln w="38100">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notesSlides/_rels/notesSlide1.xml.rels>&#65279;<?xml version="1.0" encoding="utf-8"?><Relationships xmlns="http://schemas.openxmlformats.org/package/2006/relationships"><Relationship Type="http://schemas.openxmlformats.org/officeDocument/2006/relationships/slide" Target="/ppt/slides/slide1.xml" Id="R1c1ae89c19804bdb" /><Relationship Type="http://schemas.openxmlformats.org/officeDocument/2006/relationships/notesMaster" Target="/ppt/notesMasters/notesMaster1.xml" Id="R3dff02cc703e4700" /></Relationships>
</file>

<file path=ppt/notesSlides/_rels/notesSlide2.xml.rels>&#65279;<?xml version="1.0" encoding="utf-8"?><Relationships xmlns="http://schemas.openxmlformats.org/package/2006/relationships"><Relationship Type="http://schemas.openxmlformats.org/officeDocument/2006/relationships/slide" Target="/ppt/slides/slide2.xml" Id="R44f1cbeb41b64d25" /><Relationship Type="http://schemas.openxmlformats.org/officeDocument/2006/relationships/notesMaster" Target="/ppt/notesMasters/notesMaster1.xml" Id="R41e8f15c9d054e12" /></Relationships>
</file>

<file path=ppt/notesSlides/_rels/notesSlide3.xml.rels>&#65279;<?xml version="1.0" encoding="utf-8"?><Relationships xmlns="http://schemas.openxmlformats.org/package/2006/relationships"><Relationship Type="http://schemas.openxmlformats.org/officeDocument/2006/relationships/slide" Target="/ppt/slides/slide3.xml" Id="R48c39d7762df4881" /><Relationship Type="http://schemas.openxmlformats.org/officeDocument/2006/relationships/notesMaster" Target="/ppt/notesMasters/notesMaster1.xml" Id="R09d8cf7122514ac3" /></Relationships>
</file>

<file path=ppt/notesSlides/_rels/notesSlide4.xml.rels>&#65279;<?xml version="1.0" encoding="utf-8"?><Relationships xmlns="http://schemas.openxmlformats.org/package/2006/relationships"><Relationship Type="http://schemas.openxmlformats.org/officeDocument/2006/relationships/slide" Target="/ppt/slides/slide4.xml" Id="R86dfebe15e1b45ff" /><Relationship Type="http://schemas.openxmlformats.org/officeDocument/2006/relationships/notesMaster" Target="/ppt/notesMasters/notesMaster1.xml" Id="Recd532316f40495e" /></Relationships>
</file>

<file path=ppt/notesSlides/_rels/notesSlide5.xml.rels>&#65279;<?xml version="1.0" encoding="utf-8"?><Relationships xmlns="http://schemas.openxmlformats.org/package/2006/relationships"><Relationship Type="http://schemas.openxmlformats.org/officeDocument/2006/relationships/slide" Target="/ppt/slides/slide5.xml" Id="R620630ed72d046a9" /><Relationship Type="http://schemas.openxmlformats.org/officeDocument/2006/relationships/notesMaster" Target="/ppt/notesMasters/notesMaster1.xml" Id="R943a1ccd7ebd400e" /></Relationships>
</file>

<file path=ppt/notesSlides/_rels/notesSlide6.xml.rels>&#65279;<?xml version="1.0" encoding="utf-8"?><Relationships xmlns="http://schemas.openxmlformats.org/package/2006/relationships"><Relationship Type="http://schemas.openxmlformats.org/officeDocument/2006/relationships/slide" Target="/ppt/slides/slide6.xml" Id="R941ba0eaaa374476" /><Relationship Type="http://schemas.openxmlformats.org/officeDocument/2006/relationships/notesMaster" Target="/ppt/notesMasters/notesMaster1.xml" Id="Ra1d29483b19544e7" /></Relationships>
</file>

<file path=ppt/notesSlides/_rels/notesSlide7.xml.rels>&#65279;<?xml version="1.0" encoding="utf-8"?><Relationships xmlns="http://schemas.openxmlformats.org/package/2006/relationships"><Relationship Type="http://schemas.openxmlformats.org/officeDocument/2006/relationships/slide" Target="/ppt/slides/slide7.xml" Id="R2b31209eafdf4cc3" /><Relationship Type="http://schemas.openxmlformats.org/officeDocument/2006/relationships/notesMaster" Target="/ppt/notesMasters/notesMaster1.xml" Id="R78d2f665c2c046bb" /></Relationships>
</file>

<file path=ppt/notesSlides/_rels/notesSlide8.xml.rels>&#65279;<?xml version="1.0" encoding="utf-8"?><Relationships xmlns="http://schemas.openxmlformats.org/package/2006/relationships"><Relationship Type="http://schemas.openxmlformats.org/officeDocument/2006/relationships/slide" Target="/ppt/slides/slide8.xml" Id="R935ba6c782f1499f" /><Relationship Type="http://schemas.openxmlformats.org/officeDocument/2006/relationships/notesMaster" Target="/ppt/notesMasters/notesMaster1.xml" Id="R90e4cc89534441b4" /></Relationships>
</file>

<file path=ppt/notesSlides/_rels/notesSlide9.xml.rels>&#65279;<?xml version="1.0" encoding="utf-8"?><Relationships xmlns="http://schemas.openxmlformats.org/package/2006/relationships"><Relationship Type="http://schemas.openxmlformats.org/officeDocument/2006/relationships/slide" Target="/ppt/slides/slide9.xml" Id="R0267ea80748a47d8" /><Relationship Type="http://schemas.openxmlformats.org/officeDocument/2006/relationships/notesMaster" Target="/ppt/notesMasters/notesMaster1.xml" Id="Re0d1f9e7a6c5416e" /></Relationships>
</file>

<file path=ppt/notesSlides/_rels/notesSlide10.xml.rels>&#65279;<?xml version="1.0" encoding="utf-8"?><Relationships xmlns="http://schemas.openxmlformats.org/package/2006/relationships"><Relationship Type="http://schemas.openxmlformats.org/officeDocument/2006/relationships/slide" Target="/ppt/slides/slide10.xml" Id="Rfb38f214babf4f6b" /><Relationship Type="http://schemas.openxmlformats.org/officeDocument/2006/relationships/notesMaster" Target="/ppt/notesMasters/notesMaster1.xml" Id="R58851ec8e659478b" /></Relationships>
</file>

<file path=ppt/notesSlides/_rels/notesSlide11.xml.rels>&#65279;<?xml version="1.0" encoding="utf-8"?><Relationships xmlns="http://schemas.openxmlformats.org/package/2006/relationships"><Relationship Type="http://schemas.openxmlformats.org/officeDocument/2006/relationships/slide" Target="/ppt/slides/slide11.xml" Id="R047da351ac25480c" /><Relationship Type="http://schemas.openxmlformats.org/officeDocument/2006/relationships/notesMaster" Target="/ppt/notesMasters/notesMaster1.xml" Id="R25ed79c8b1d54383" /></Relationships>
</file>

<file path=ppt/notesSlides/_rels/notesSlide12.xml.rels>&#65279;<?xml version="1.0" encoding="utf-8"?><Relationships xmlns="http://schemas.openxmlformats.org/package/2006/relationships"><Relationship Type="http://schemas.openxmlformats.org/officeDocument/2006/relationships/slide" Target="/ppt/slides/slide12.xml" Id="R51422f0944964e22" /><Relationship Type="http://schemas.openxmlformats.org/officeDocument/2006/relationships/notesMaster" Target="/ppt/notesMasters/notesMaster1.xml" Id="Rc02915cf4e8744d5" /></Relationships>
</file>

<file path=ppt/notesSlides/_rels/notesSlide13.xml.rels>&#65279;<?xml version="1.0" encoding="utf-8"?><Relationships xmlns="http://schemas.openxmlformats.org/package/2006/relationships"><Relationship Type="http://schemas.openxmlformats.org/officeDocument/2006/relationships/slide" Target="/ppt/slides/slide13.xml" Id="R100a97b9387a4e97" /><Relationship Type="http://schemas.openxmlformats.org/officeDocument/2006/relationships/notesMaster" Target="/ppt/notesMasters/notesMaster1.xml" Id="Rd72923ad2bba4a3f" /></Relationships>
</file>

<file path=ppt/notesSlides/_rels/notesSlide14.xml.rels>&#65279;<?xml version="1.0" encoding="utf-8"?><Relationships xmlns="http://schemas.openxmlformats.org/package/2006/relationships"><Relationship Type="http://schemas.openxmlformats.org/officeDocument/2006/relationships/slide" Target="/ppt/slides/slide14.xml" Id="Rc3036ffe57644f5d" /><Relationship Type="http://schemas.openxmlformats.org/officeDocument/2006/relationships/notesMaster" Target="/ppt/notesMasters/notesMaster1.xml" Id="R77787151997c41ba" /></Relationships>
</file>

<file path=ppt/notesSlides/_rels/notesSlide15.xml.rels>&#65279;<?xml version="1.0" encoding="utf-8"?><Relationships xmlns="http://schemas.openxmlformats.org/package/2006/relationships"><Relationship Type="http://schemas.openxmlformats.org/officeDocument/2006/relationships/slide" Target="/ppt/slides/slide15.xml" Id="R77a1dba8d08b47cc" /><Relationship Type="http://schemas.openxmlformats.org/officeDocument/2006/relationships/notesMaster" Target="/ppt/notesMasters/notesMaster1.xml" Id="Rb5b0dcc390fb42c1" /></Relationships>
</file>

<file path=ppt/notesSlides/_rels/notesSlide16.xml.rels>&#65279;<?xml version="1.0" encoding="utf-8"?><Relationships xmlns="http://schemas.openxmlformats.org/package/2006/relationships"><Relationship Type="http://schemas.openxmlformats.org/officeDocument/2006/relationships/slide" Target="/ppt/slides/slide16.xml" Id="R69cc366162d247dd" /><Relationship Type="http://schemas.openxmlformats.org/officeDocument/2006/relationships/notesMaster" Target="/ppt/notesMasters/notesMaster1.xml" Id="R78cc2144dde6470b" /></Relationships>
</file>

<file path=ppt/notesSlides/_rels/notesSlide17.xml.rels>&#65279;<?xml version="1.0" encoding="utf-8"?><Relationships xmlns="http://schemas.openxmlformats.org/package/2006/relationships"><Relationship Type="http://schemas.openxmlformats.org/officeDocument/2006/relationships/slide" Target="/ppt/slides/slide17.xml" Id="R0cccc2f94d474d36" /><Relationship Type="http://schemas.openxmlformats.org/officeDocument/2006/relationships/notesMaster" Target="/ppt/notesMasters/notesMaster1.xml" Id="R4cdfa964c21a423b" /></Relationships>
</file>

<file path=ppt/notesSlides/_rels/notesSlide18.xml.rels>&#65279;<?xml version="1.0" encoding="utf-8"?><Relationships xmlns="http://schemas.openxmlformats.org/package/2006/relationships"><Relationship Type="http://schemas.openxmlformats.org/officeDocument/2006/relationships/slide" Target="/ppt/slides/slide18.xml" Id="Rfbfbb50c04f149a4" /><Relationship Type="http://schemas.openxmlformats.org/officeDocument/2006/relationships/notesMaster" Target="/ppt/notesMasters/notesMaster1.xml" Id="R6e990320549f4454" /></Relationships>
</file>

<file path=ppt/notesSlides/notesSlide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pPr marL="0" lvl="0" indent="0" algn="l">
              <a:spcBef>
                <a:spcPts val="0"/>
              </a:spcBef>
              <a:spcAft>
                <a:spcPts val="0"/>
              </a:spcAft>
              <a:buNone/>
            </a:pPr>
            <a:endParaRP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pPr marL="0" lvl="0" indent="0" algn="l">
              <a:spcBef>
                <a:spcPts val="0"/>
              </a:spcBef>
              <a:spcAft>
                <a:spcPts val="0"/>
              </a:spcAft>
              <a:buNone/>
            </a:pPr>
            <a:endParaRP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pPr marL="0" lvl="0" indent="0" algn="l">
              <a:spcBef>
                <a:spcPts val="0"/>
              </a:spcBef>
              <a:spcAft>
                <a:spcPts val="0"/>
              </a:spcAft>
              <a:buNone/>
            </a:pPr>
            <a:endParaRP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pPr marL="0" lvl="0" indent="0" algn="l">
              <a:spcBef>
                <a:spcPts val="0"/>
              </a:spcBef>
              <a:spcAft>
                <a:spcPts val="0"/>
              </a:spcAft>
              <a:buNone/>
            </a:pPr>
            <a:endParaRP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pPr marL="0" lvl="0" indent="0" algn="l">
              <a:spcBef>
                <a:spcPts val="0"/>
              </a:spcBef>
              <a:spcAft>
                <a:spcPts val="0"/>
              </a:spcAft>
              <a:buNone/>
            </a:pPr>
            <a:endParaRP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pPr marL="0" lvl="0" indent="0" algn="l">
              <a:spcBef>
                <a:spcPts val="0"/>
              </a:spcBef>
              <a:spcAft>
                <a:spcPts val="0"/>
              </a:spcAft>
              <a:buNone/>
            </a:pPr>
            <a:endParaRP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pPr marL="0" lvl="0" indent="0" algn="l">
              <a:spcBef>
                <a:spcPts val="0"/>
              </a:spcBef>
              <a:spcAft>
                <a:spcPts val="0"/>
              </a:spcAft>
              <a:buNone/>
            </a:pPr>
            <a:endParaRP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pPr marL="0" lvl="0" indent="0" algn="l">
              <a:spcBef>
                <a:spcPts val="0"/>
              </a:spcBef>
              <a:spcAft>
                <a:spcPts val="0"/>
              </a:spcAft>
              <a:buNone/>
            </a:pPr>
            <a:endParaRP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pPr marL="0" lvl="0" indent="0" algn="l">
              <a:spcBef>
                <a:spcPts val="0"/>
              </a:spcBef>
              <a:spcAft>
                <a:spcPts val="0"/>
              </a:spcAft>
              <a:buNone/>
            </a:pPr>
            <a:endParaRP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0.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pPr marL="0" lvl="0" indent="0" algn="l">
              <a:spcBef>
                <a:spcPts val="0"/>
              </a:spcBef>
              <a:spcAft>
                <a:spcPts val="0"/>
              </a:spcAft>
              <a:buNone/>
            </a:pPr>
            <a:r>
              <a:t>Session và password hash.</a:t>
            </a:r>
            <a:endParaRPr/>
          </a:p>
          <a:p xmlns:a="http://schemas.openxmlformats.org/drawingml/2006/main">
            <a:pPr marL="0" lvl="0" indent="0" algn="l">
              <a:spcBef>
                <a:spcPts val="0"/>
              </a:spcBef>
              <a:spcAft>
                <a:spcPts val="0"/>
              </a:spcAft>
              <a:buNone/>
            </a:pPr>
            <a:r>
              <a:t/>
            </a:r>
            <a:endParaRPr/>
          </a:p>
          <a:p xmlns:a="http://schemas.openxmlformats.org/drawingml/2006/main">
            <a:pPr marL="0" lvl="0" indent="0" algn="l">
              <a:spcBef>
                <a:spcPts val="0"/>
              </a:spcBef>
              <a:spcAft>
                <a:spcPts val="0"/>
              </a:spcAft>
              <a:buNone/>
            </a:pPr>
            <a:r>
              <a:t>Admin tạo, khóa/mở, đổi vai trò và xóa tài khoản.</a:t>
            </a:r>
            <a:endParaRPr/>
          </a:p>
          <a:p xmlns:a="http://schemas.openxmlformats.org/drawingml/2006/main">
            <a:pPr marL="0" lvl="0" indent="0" algn="l">
              <a:spcBef>
                <a:spcPts val="0"/>
              </a:spcBef>
              <a:spcAft>
                <a:spcPts val="0"/>
              </a:spcAft>
              <a:buNone/>
            </a:pPr>
            <a:r>
              <a:t/>
            </a:r>
            <a:endParaRPr/>
          </a:p>
          <a:p xmlns:a="http://schemas.openxmlformats.org/drawingml/2006/main">
            <a:pPr marL="0" lvl="0" indent="0" algn="l">
              <a:spcBef>
                <a:spcPts val="0"/>
              </a:spcBef>
              <a:spcAft>
                <a:spcPts val="0"/>
              </a:spcAft>
              <a:buNone/>
            </a:pPr>
            <a:r>
              <a:t>Bảo vệ Admin cuối cùng và tài khoản đang đăng nhập.</a:t>
            </a:r>
            <a:endParaRPr/>
          </a:p>
          <a:p xmlns:a="http://schemas.openxmlformats.org/drawingml/2006/main">
            <a:pPr marL="0" lvl="0" indent="0" algn="l">
              <a:spcBef>
                <a:spcPts val="0"/>
              </a:spcBef>
              <a:spcAft>
                <a:spcPts val="0"/>
              </a:spcAft>
              <a:buNone/>
            </a:pPr>
            <a:r>
              <a:t>Nguồn: mã nguồn và DB local spam_email ngày 26/09/2026. Ảnh từ bản preview mới, file gốc được giữ tên.</a:t>
            </a:r>
            <a:endParaRP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pPr marL="0" lvl="0" indent="0" algn="l">
              <a:spcBef>
                <a:spcPts val="0"/>
              </a:spcBef>
              <a:spcAft>
                <a:spcPts val="0"/>
              </a:spcAft>
              <a:buNone/>
            </a:pPr>
            <a:r>
              <a:t>Tên hiển thị và email có thể cập nhật.</a:t>
            </a:r>
            <a:endParaRPr/>
          </a:p>
          <a:p xmlns:a="http://schemas.openxmlformats.org/drawingml/2006/main">
            <a:pPr marL="0" lvl="0" indent="0" algn="l">
              <a:spcBef>
                <a:spcPts val="0"/>
              </a:spcBef>
              <a:spcAft>
                <a:spcPts val="0"/>
              </a:spcAft>
              <a:buNone/>
            </a:pPr>
            <a:r>
              <a:t/>
            </a:r>
            <a:endParaRPr/>
          </a:p>
          <a:p xmlns:a="http://schemas.openxmlformats.org/drawingml/2006/main">
            <a:pPr marL="0" lvl="0" indent="0" algn="l">
              <a:spcBef>
                <a:spcPts val="0"/>
              </a:spcBef>
              <a:spcAft>
                <a:spcPts val="0"/>
              </a:spcAft>
              <a:buNone/>
            </a:pPr>
            <a:r>
              <a:t>Đổi mật khẩu cần mật khẩu hiện tại; mật khẩu mới tối thiểu 8 ký tự.</a:t>
            </a:r>
            <a:endParaRPr/>
          </a:p>
          <a:p xmlns:a="http://schemas.openxmlformats.org/drawingml/2006/main">
            <a:pPr marL="0" lvl="0" indent="0" algn="l">
              <a:spcBef>
                <a:spcPts val="0"/>
              </a:spcBef>
              <a:spcAft>
                <a:spcPts val="0"/>
              </a:spcAft>
              <a:buNone/>
            </a:pPr>
            <a:r>
              <a:t/>
            </a:r>
            <a:endParaRPr/>
          </a:p>
          <a:p xmlns:a="http://schemas.openxmlformats.org/drawingml/2006/main">
            <a:pPr marL="0" lvl="0" indent="0" algn="l">
              <a:spcBef>
                <a:spcPts val="0"/>
              </a:spcBef>
              <a:spcAft>
                <a:spcPts val="0"/>
              </a:spcAft>
              <a:buNone/>
            </a:pPr>
            <a:r>
              <a:t>Admin có nút import demo.</a:t>
            </a:r>
            <a:endParaRPr/>
          </a:p>
          <a:p xmlns:a="http://schemas.openxmlformats.org/drawingml/2006/main">
            <a:pPr marL="0" lvl="0" indent="0" algn="l">
              <a:spcBef>
                <a:spcPts val="0"/>
              </a:spcBef>
              <a:spcAft>
                <a:spcPts val="0"/>
              </a:spcAft>
              <a:buNone/>
            </a:pPr>
            <a:r>
              <a:t>Nguồn: mã nguồn và DB local spam_email ngày 26/09/2026. Ảnh từ bản preview mới, file gốc được giữ tên.</a:t>
            </a:r>
            <a:endParaRP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pPr marL="0" lvl="0" indent="0" algn="l">
              <a:spcBef>
                <a:spcPts val="0"/>
              </a:spcBef>
              <a:spcAft>
                <a:spcPts val="0"/>
              </a:spcAft>
              <a:buNone/>
            </a:pPr>
            <a:r>
              <a:t>Nhận diện IP literal, domain người gửi và URL. Dữ liệu .test và TEST-NET chỉ dùng demo.</a:t>
            </a:r>
            <a:endParaRPr/>
          </a:p>
          <a:p xmlns:a="http://schemas.openxmlformats.org/drawingml/2006/main">
            <a:pPr marL="0" lvl="0" indent="0" algn="l">
              <a:spcBef>
                <a:spcPts val="0"/>
              </a:spcBef>
              <a:spcAft>
                <a:spcPts val="0"/>
              </a:spcAft>
              <a:buNone/>
            </a:pPr>
            <a:r>
              <a:t>Nguồn: mã nguồn và DB local spam_email ngày 26/09/2026. Ảnh từ bản preview mới, file gốc được giữ tên.</a:t>
            </a:r>
            <a:endParaRP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pPr marL="0" lvl="0" indent="0" algn="l">
              <a:spcBef>
                <a:spcPts val="0"/>
              </a:spcBef>
              <a:spcAft>
                <a:spcPts val="0"/>
              </a:spcAft>
              <a:buNone/>
            </a:pPr>
            <a:r>
              <a:t>50.000 SPAM và 50.000 NOT_SPAM tổng hợp.</a:t>
            </a:r>
            <a:endParaRPr/>
          </a:p>
          <a:p xmlns:a="http://schemas.openxmlformats.org/drawingml/2006/main">
            <a:pPr marL="0" lvl="0" indent="0" algn="l">
              <a:spcBef>
                <a:spcPts val="0"/>
              </a:spcBef>
              <a:spcAft>
                <a:spcPts val="0"/>
              </a:spcAft>
              <a:buNone/>
            </a:pPr>
            <a:r>
              <a:t/>
            </a:r>
            <a:endParaRPr/>
          </a:p>
          <a:p xmlns:a="http://schemas.openxmlformats.org/drawingml/2006/main">
            <a:pPr marL="0" lvl="0" indent="0" algn="l">
              <a:spcBef>
                <a:spcPts val="0"/>
              </a:spcBef>
              <a:spcAft>
                <a:spcPts val="0"/>
              </a:spcAft>
              <a:buNone/>
            </a:pPr>
            <a:r>
              <a:t>File CSV.gz 1,88 MB đi cùng project.</a:t>
            </a:r>
            <a:endParaRPr/>
          </a:p>
          <a:p xmlns:a="http://schemas.openxmlformats.org/drawingml/2006/main">
            <a:pPr marL="0" lvl="0" indent="0" algn="l">
              <a:spcBef>
                <a:spcPts val="0"/>
              </a:spcBef>
              <a:spcAft>
                <a:spcPts val="0"/>
              </a:spcAft>
              <a:buNone/>
            </a:pPr>
            <a:r>
              <a:t/>
            </a:r>
            <a:endParaRPr/>
          </a:p>
          <a:p xmlns:a="http://schemas.openxmlformats.org/drawingml/2006/main">
            <a:pPr marL="0" lvl="0" indent="0" algn="l">
              <a:spcBef>
                <a:spcPts val="0"/>
              </a:spcBef>
              <a:spcAft>
                <a:spcPts val="0"/>
              </a:spcAft>
              <a:buNone/>
            </a:pPr>
            <a:r>
              <a:t>Nạp lặp bỏ qua trùng; dataset phân trang 50 dòng và tìm/lọc server.</a:t>
            </a:r>
            <a:endParaRPr/>
          </a:p>
          <a:p xmlns:a="http://schemas.openxmlformats.org/drawingml/2006/main">
            <a:pPr marL="0" lvl="0" indent="0" algn="l">
              <a:spcBef>
                <a:spcPts val="0"/>
              </a:spcBef>
              <a:spcAft>
                <a:spcPts val="0"/>
              </a:spcAft>
              <a:buNone/>
            </a:pPr>
            <a:r>
              <a:t>Nguồn: mã nguồn và DB local spam_email ngày 26/09/2026. Ảnh từ bản preview mới, file gốc được giữ tên.</a:t>
            </a:r>
            <a:endParaRP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pPr marL="0" lvl="0" indent="0" algn="l">
              <a:spcBef>
                <a:spcPts val="0"/>
              </a:spcBef>
              <a:spcAft>
                <a:spcPts val="0"/>
              </a:spcAft>
              <a:buNone/>
            </a:pPr>
            <a:r>
              <a:t>Số liệu đọc từ DB local: 100338 dataset; 113 history gồm100 dòng seed;2 users;2 IP;2 domain;14 model metadata gồm1placeholder. Seed idempotent; không đặt lại mật khẩu tài khoản đã có.</a:t>
            </a:r>
            <a:endParaRPr/>
          </a:p>
          <a:p xmlns:a="http://schemas.openxmlformats.org/drawingml/2006/main">
            <a:pPr marL="0" lvl="0" indent="0" algn="l">
              <a:spcBef>
                <a:spcPts val="0"/>
              </a:spcBef>
              <a:spcAft>
                <a:spcPts val="0"/>
              </a:spcAft>
              <a:buNone/>
            </a:pPr>
            <a:r>
              <a:t>Nguồn: mã nguồn và DB local spam_email ngày 26/09/2026. Ảnh từ bản preview mới, file gốc được giữ tên.</a:t>
            </a:r>
            <a:endParaRP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pPr marL="0" lvl="0" indent="0" algn="l">
              <a:spcBef>
                <a:spcPts val="0"/>
              </a:spcBef>
              <a:spcAft>
                <a:spcPts val="0"/>
              </a:spcAft>
              <a:buNone/>
            </a:pPr>
            <a:r>
              <a:t>Đã chạy lại compare_models trên338mẫu nền, loại @seed.local&gt;. Không gọi train, không thay modelactive. Metrics tất cả1; matrix labels [SPAM,NOT_SPAM].</a:t>
            </a:r>
            <a:endParaRPr/>
          </a:p>
          <a:p xmlns:a="http://schemas.openxmlformats.org/drawingml/2006/main">
            <a:pPr marL="0" lvl="0" indent="0" algn="l">
              <a:spcBef>
                <a:spcPts val="0"/>
              </a:spcBef>
              <a:spcAft>
                <a:spcPts val="0"/>
              </a:spcAft>
              <a:buNone/>
            </a:pPr>
            <a:r>
              <a:t>Nguồn: mã nguồn và DB local spam_email ngày 26/09/2026. Ảnh từ bản preview mới, file gốc được giữ tên.</a:t>
            </a:r>
            <a:endParaRP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pPr marL="0" lvl="0" indent="0" algn="l">
              <a:spcBef>
                <a:spcPts val="0"/>
              </a:spcBef>
              <a:spcAft>
                <a:spcPts val="0"/>
              </a:spcAft>
              <a:buNone/>
            </a:pPr>
            <a:r>
              <a:t>Bộ test tự động đã chạy34passed; script manual được loại khỏi suite. API profile/password/demo seed đều kiểm tra session và role thích hợp.</a:t>
            </a:r>
            <a:endParaRPr/>
          </a:p>
          <a:p xmlns:a="http://schemas.openxmlformats.org/drawingml/2006/main">
            <a:pPr marL="0" lvl="0" indent="0" algn="l">
              <a:spcBef>
                <a:spcPts val="0"/>
              </a:spcBef>
              <a:spcAft>
                <a:spcPts val="0"/>
              </a:spcAft>
              <a:buNone/>
            </a:pPr>
            <a:r>
              <a:t>Nguồn: mã nguồn và DB local spam_email ngày 26/09/2026. Ảnh từ bản preview mới, file gốc được giữ tên.</a:t>
            </a:r>
            <a:endParaRP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pPr marL="0" lvl="0" indent="0" algn="l">
              <a:spcBef>
                <a:spcPts val="0"/>
              </a:spcBef>
              <a:spcAft>
                <a:spcPts val="0"/>
              </a:spcAft>
              <a:buNone/>
            </a:pPr>
            <a:r>
              <a:t>Các mục hướng phát triển chưa được trình bày như tính năng đã hoàn thành.</a:t>
            </a:r>
            <a:endParaRPr/>
          </a:p>
          <a:p xmlns:a="http://schemas.openxmlformats.org/drawingml/2006/main">
            <a:pPr marL="0" lvl="0" indent="0" algn="l">
              <a:spcBef>
                <a:spcPts val="0"/>
              </a:spcBef>
              <a:spcAft>
                <a:spcPts val="0"/>
              </a:spcAft>
              <a:buNone/>
            </a:pPr>
            <a:r>
              <a:t>Nguồn: mã nguồn và DB local spam_email ngày 26/09/2026. Ảnh từ bản preview mới, file gốc được giữ tên.</a:t>
            </a:r>
            <a:endParaRP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pPr marL="0" lvl="0" indent="0" algn="l">
              <a:spcBef>
                <a:spcPts val="0"/>
              </a:spcBef>
              <a:spcAft>
                <a:spcPts val="0"/>
              </a:spcAft>
              <a:buNone/>
            </a:pPr>
            <a:endParaRP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slideLayouts/_rels/slideLayout1.xml.rels>&#65279;<?xml version="1.0" encoding="utf-8"?><Relationships xmlns="http://schemas.openxmlformats.org/package/2006/relationships"><Relationship Type="http://schemas.openxmlformats.org/officeDocument/2006/relationships/slideMaster" Target="/ppt/slideMasters/slideMaster1.xml" Id="Rfccc0d0ce8504943" /></Relationships>
</file>

<file path=ppt/slideLayouts/_rels/slideLayout2.xml.rels>&#65279;<?xml version="1.0" encoding="utf-8"?><Relationships xmlns="http://schemas.openxmlformats.org/package/2006/relationships"><Relationship Type="http://schemas.openxmlformats.org/officeDocument/2006/relationships/slideMaster" Target="/ppt/slideMasters/slideMaster1.xml" Id="Rfef40917213349f2" /></Relationships>
</file>

<file path=ppt/slideLayouts/_rels/slideLayout3.xml.rels>&#65279;<?xml version="1.0" encoding="utf-8"?><Relationships xmlns="http://schemas.openxmlformats.org/package/2006/relationships"><Relationship Type="http://schemas.openxmlformats.org/officeDocument/2006/relationships/slideMaster" Target="/ppt/slideMasters/slideMaster1.xml" Id="Rff3db254451e47d3" /></Relationships>
</file>

<file path=ppt/slideLayouts/_rels/slideLayout4.xml.rels>&#65279;<?xml version="1.0" encoding="utf-8"?><Relationships xmlns="http://schemas.openxmlformats.org/package/2006/relationships"><Relationship Type="http://schemas.openxmlformats.org/officeDocument/2006/relationships/slideMaster" Target="/ppt/slideMasters/slideMaster1.xml" Id="Rb1984587ab264ebc" /></Relationships>
</file>

<file path=ppt/slideLayouts/_rels/slideLayout5.xml.rels>&#65279;<?xml version="1.0" encoding="utf-8"?><Relationships xmlns="http://schemas.openxmlformats.org/package/2006/relationships"><Relationship Type="http://schemas.openxmlformats.org/officeDocument/2006/relationships/slideMaster" Target="/ppt/slideMasters/slideMaster1.xml" Id="R03284af3662d497d" /></Relationships>
</file>

<file path=ppt/slideLayouts/_rels/slideLayout6.xml.rels>&#65279;<?xml version="1.0" encoding="utf-8"?><Relationships xmlns="http://schemas.openxmlformats.org/package/2006/relationships"><Relationship Type="http://schemas.openxmlformats.org/officeDocument/2006/relationships/slideMaster" Target="/ppt/slideMasters/slideMaster1.xml" Id="R5eb5b68778fd4413" /></Relationships>
</file>

<file path=ppt/slideLayouts/_rels/slideLayout7.xml.rels>&#65279;<?xml version="1.0" encoding="utf-8"?><Relationships xmlns="http://schemas.openxmlformats.org/package/2006/relationships"><Relationship Type="http://schemas.openxmlformats.org/officeDocument/2006/relationships/slideMaster" Target="/ppt/slideMasters/slideMaster1.xml" Id="Re8faa5ecbbc146a3" /></Relationships>
</file>

<file path=ppt/slideLayouts/_rels/slideLayout8.xml.rels>&#65279;<?xml version="1.0" encoding="utf-8"?><Relationships xmlns="http://schemas.openxmlformats.org/package/2006/relationships"><Relationship Type="http://schemas.openxmlformats.org/officeDocument/2006/relationships/slideMaster" Target="/ppt/slideMasters/slideMaster1.xml" Id="Rfb457df48e1944ed" /></Relationships>
</file>

<file path=ppt/slideLayouts/_rels/slideLayout9.xml.rels>&#65279;<?xml version="1.0" encoding="utf-8"?><Relationships xmlns="http://schemas.openxmlformats.org/package/2006/relationships"><Relationship Type="http://schemas.openxmlformats.org/officeDocument/2006/relationships/slideMaster" Target="/ppt/slideMasters/slideMaster1.xml" Id="R9c9a935791684187" /></Relationships>
</file>

<file path=ppt/slideLayouts/_rels/slideLayout10.xml.rels>&#65279;<?xml version="1.0" encoding="utf-8"?><Relationships xmlns="http://schemas.openxmlformats.org/package/2006/relationships"><Relationship Type="http://schemas.openxmlformats.org/officeDocument/2006/relationships/slideMaster" Target="/ppt/slideMasters/slideMaster1.xml" Id="Rb3636c0201a94eb2" /></Relationships>
</file>

<file path=ppt/slideLayouts/_rels/slideLayout11.xml.rels>&#65279;<?xml version="1.0" encoding="utf-8"?><Relationships xmlns="http://schemas.openxmlformats.org/package/2006/relationships"><Relationship Type="http://schemas.openxmlformats.org/officeDocument/2006/relationships/slideMaster" Target="/ppt/slideMasters/slideMaster1.xml" Id="R4b87e10b50b34a9b" /></Relationships>
</file>

<file path=ppt/slideLayouts/_rels/slideLayout12.xml.rels>&#65279;<?xml version="1.0" encoding="utf-8"?><Relationships xmlns="http://schemas.openxmlformats.org/package/2006/relationships"><Relationship Type="http://schemas.openxmlformats.org/officeDocument/2006/relationships/slideMaster" Target="/ppt/slideMasters/slideMaster1.xml" Id="R7fbf57b0349c4899" /></Relationships>
</file>

<file path=ppt/slideLayouts/slideLayout1.xml><?xml version="1.0" encoding="utf-8"?>
<p:sldLayout xmlns:p="http://schemas.openxmlformats.org/presentationml/2006/main" matchingName="Title Slide" type="title">
  <p:cSld name="TITLE">
    <p:spTree>
      <p:nvGrpSpPr>
        <p:cNvPr id="1" name=""/>
        <p:cNvGrpSpPr/>
        <p:nvPr/>
      </p:nvGrpSpPr>
      <p:grpSpPr>
        <a:xfrm xmlns:a="http://schemas.openxmlformats.org/drawingml/2006/main"/>
      </p:grpSpPr>
      <p:sp>
        <p:nvSpPr>
          <p:cNvPr id="12" name="Google Shape;12;p2">
            <a:extLst xmlns:a="http://schemas.openxmlformats.org/drawingml/2006/main">
              <a:ext uri="{FF2B5EF4-FFF2-40B4-BE49-F238E27FC236}">
                <a16:creationId xmlns:a16="http://schemas.microsoft.com/office/drawing/2014/main" id="{1966461D-94A9-4054-BBE6-B1D938602DFA}"/>
              </a:ext>
            </a:extLst>
          </p:cNvPr>
          <p:cNvSpPr>
            <a:spLocks xmlns:a="http://schemas.openxmlformats.org/drawingml/2006/main" noGrp="1"/>
          </p:cNvSpPr>
          <p:nvPr>
            <p:ph type="ctrTitle" idx="0"/>
          </p:nvPr>
        </p:nvSpPr>
        <p:spPr>
          <a:xfrm xmlns:a="http://schemas.openxmlformats.org/drawingml/2006/main">
            <a:off x="1143000" y="841772"/>
            <a:ext cx="6858000" cy="17907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68575" tIns="34275" rIns="68575" bIns="34275" anchor="b">
            <a:normAutofit/>
          </a:bodyPr>
          <a:lstStyle xmlns:a="http://schemas.openxmlformats.org/drawingml/2006/main">
            <a:lvl1pPr algn="ctr">
              <a:lnSpc>
                <a:spcPct val="90000"/>
              </a:lnSpc>
              <a:spcBef>
                <a:spcPts val="0"/>
              </a:spcBef>
              <a:spcAft>
                <a:spcPts val="0"/>
              </a:spcAft>
              <a:buClr>
                <a:schemeClr val="dk1"/>
              </a:buClr>
              <a:buSzPts val="4500"/>
              <a:buFont typeface="Calibri"/>
              <a:buNone/>
              <a:defRPr sz="4500"/>
            </a:lvl1pPr>
            <a:lvl2pPr>
              <a:spcBef>
                <a:spcPts val="0"/>
              </a:spcBef>
              <a:spcAft>
                <a:spcPts val="0"/>
              </a:spcAft>
              <a:buSzPts val="1100"/>
              <a:buNone/>
              <a:defRPr/>
            </a:lvl2pPr>
            <a:lvl3pPr>
              <a:spcBef>
                <a:spcPts val="0"/>
              </a:spcBef>
              <a:spcAft>
                <a:spcPts val="0"/>
              </a:spcAft>
              <a:buSzPts val="1100"/>
              <a:buNone/>
              <a:defRPr/>
            </a:lvl3pPr>
            <a:lvl4pPr>
              <a:spcBef>
                <a:spcPts val="0"/>
              </a:spcBef>
              <a:spcAft>
                <a:spcPts val="0"/>
              </a:spcAft>
              <a:buSzPts val="1100"/>
              <a:buNone/>
              <a:defRPr/>
            </a:lvl4pPr>
            <a:lvl5pPr>
              <a:spcBef>
                <a:spcPts val="0"/>
              </a:spcBef>
              <a:spcAft>
                <a:spcPts val="0"/>
              </a:spcAft>
              <a:buSzPts val="1100"/>
              <a:buNone/>
              <a:defRPr/>
            </a:lvl5pPr>
            <a:lvl6pPr>
              <a:spcBef>
                <a:spcPts val="0"/>
              </a:spcBef>
              <a:spcAft>
                <a:spcPts val="0"/>
              </a:spcAft>
              <a:buSzPts val="1100"/>
              <a:buNone/>
              <a:defRPr/>
            </a:lvl6pPr>
            <a:lvl7pPr>
              <a:spcBef>
                <a:spcPts val="0"/>
              </a:spcBef>
              <a:spcAft>
                <a:spcPts val="0"/>
              </a:spcAft>
              <a:buSzPts val="1100"/>
              <a:buNone/>
              <a:defRPr/>
            </a:lvl7pPr>
            <a:lvl8pPr>
              <a:spcBef>
                <a:spcPts val="0"/>
              </a:spcBef>
              <a:spcAft>
                <a:spcPts val="0"/>
              </a:spcAft>
              <a:buSzPts val="1100"/>
              <a:buNone/>
              <a:defRPr/>
            </a:lvl8pPr>
            <a:lvl9pPr>
              <a:spcBef>
                <a:spcPts val="0"/>
              </a:spcBef>
              <a:spcAft>
                <a:spcPts val="0"/>
              </a:spcAft>
              <a:buSzPts val="1100"/>
              <a:buNone/>
              <a:defRPr/>
            </a:lvl9pPr>
          </a:lstStyle>
          <a:p xmlns:a="http://schemas.openxmlformats.org/drawingml/2006/main">
            <a:endParaRPr/>
          </a:p>
        </p:txBody>
      </p:sp>
      <p:sp>
        <p:nvSpPr>
          <p:cNvPr id="13" name="Google Shape;13;p2">
            <a:extLst xmlns:a="http://schemas.openxmlformats.org/drawingml/2006/main">
              <a:ext uri="{FF2B5EF4-FFF2-40B4-BE49-F238E27FC236}">
                <a16:creationId xmlns:a16="http://schemas.microsoft.com/office/drawing/2014/main" id="{B18361BB-64A3-4041-BF87-8B7B53CF01C7}"/>
              </a:ext>
            </a:extLst>
          </p:cNvPr>
          <p:cNvSpPr>
            <a:spLocks xmlns:a="http://schemas.openxmlformats.org/drawingml/2006/main" noGrp="1"/>
          </p:cNvSpPr>
          <p:nvPr>
            <p:ph type="subTitle" idx="1"/>
          </p:nvPr>
        </p:nvSpPr>
        <p:spPr>
          <a:xfrm xmlns:a="http://schemas.openxmlformats.org/drawingml/2006/main">
            <a:off x="1143000" y="2701529"/>
            <a:ext cx="6858000" cy="12417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68575" tIns="34275" rIns="68575" bIns="34275" anchor="t">
            <a:normAutofit/>
          </a:bodyPr>
          <a:lstStyle xmlns:a="http://schemas.openxmlformats.org/drawingml/2006/main">
            <a:lvl1pPr algn="ctr">
              <a:lnSpc>
                <a:spcPct val="90000"/>
              </a:lnSpc>
              <a:spcBef>
                <a:spcPts val="800"/>
              </a:spcBef>
              <a:spcAft>
                <a:spcPts val="0"/>
              </a:spcAft>
              <a:buClr>
                <a:schemeClr val="dk1"/>
              </a:buClr>
              <a:buSzPts val="1800"/>
              <a:buNone/>
              <a:defRPr sz="1800"/>
            </a:lvl1pPr>
            <a:lvl2pPr algn="ctr">
              <a:lnSpc>
                <a:spcPct val="90000"/>
              </a:lnSpc>
              <a:spcBef>
                <a:spcPts val="400"/>
              </a:spcBef>
              <a:spcAft>
                <a:spcPts val="0"/>
              </a:spcAft>
              <a:buClr>
                <a:schemeClr val="dk1"/>
              </a:buClr>
              <a:buSzPts val="1500"/>
              <a:buNone/>
              <a:defRPr sz="1500"/>
            </a:lvl2pPr>
            <a:lvl3pPr algn="ctr">
              <a:lnSpc>
                <a:spcPct val="90000"/>
              </a:lnSpc>
              <a:spcBef>
                <a:spcPts val="400"/>
              </a:spcBef>
              <a:spcAft>
                <a:spcPts val="0"/>
              </a:spcAft>
              <a:buClr>
                <a:schemeClr val="dk1"/>
              </a:buClr>
              <a:buSzPts val="1400"/>
              <a:buNone/>
              <a:defRPr sz="1400"/>
            </a:lvl3pPr>
            <a:lvl4pPr algn="ctr">
              <a:lnSpc>
                <a:spcPct val="90000"/>
              </a:lnSpc>
              <a:spcBef>
                <a:spcPts val="400"/>
              </a:spcBef>
              <a:spcAft>
                <a:spcPts val="0"/>
              </a:spcAft>
              <a:buClr>
                <a:schemeClr val="dk1"/>
              </a:buClr>
              <a:buSzPts val="1200"/>
              <a:buNone/>
              <a:defRPr sz="1200"/>
            </a:lvl4pPr>
            <a:lvl5pPr algn="ctr">
              <a:lnSpc>
                <a:spcPct val="90000"/>
              </a:lnSpc>
              <a:spcBef>
                <a:spcPts val="400"/>
              </a:spcBef>
              <a:spcAft>
                <a:spcPts val="0"/>
              </a:spcAft>
              <a:buClr>
                <a:schemeClr val="dk1"/>
              </a:buClr>
              <a:buSzPts val="1200"/>
              <a:buNone/>
              <a:defRPr sz="1200"/>
            </a:lvl5pPr>
            <a:lvl6pPr algn="ctr">
              <a:lnSpc>
                <a:spcPct val="90000"/>
              </a:lnSpc>
              <a:spcBef>
                <a:spcPts val="400"/>
              </a:spcBef>
              <a:spcAft>
                <a:spcPts val="0"/>
              </a:spcAft>
              <a:buClr>
                <a:schemeClr val="dk1"/>
              </a:buClr>
              <a:buSzPts val="1200"/>
              <a:buNone/>
              <a:defRPr sz="1200"/>
            </a:lvl6pPr>
            <a:lvl7pPr algn="ctr">
              <a:lnSpc>
                <a:spcPct val="90000"/>
              </a:lnSpc>
              <a:spcBef>
                <a:spcPts val="400"/>
              </a:spcBef>
              <a:spcAft>
                <a:spcPts val="0"/>
              </a:spcAft>
              <a:buClr>
                <a:schemeClr val="dk1"/>
              </a:buClr>
              <a:buSzPts val="1200"/>
              <a:buNone/>
              <a:defRPr sz="1200"/>
            </a:lvl7pPr>
            <a:lvl8pPr algn="ctr">
              <a:lnSpc>
                <a:spcPct val="90000"/>
              </a:lnSpc>
              <a:spcBef>
                <a:spcPts val="400"/>
              </a:spcBef>
              <a:spcAft>
                <a:spcPts val="0"/>
              </a:spcAft>
              <a:buClr>
                <a:schemeClr val="dk1"/>
              </a:buClr>
              <a:buSzPts val="1200"/>
              <a:buNone/>
              <a:defRPr sz="1200"/>
            </a:lvl8pPr>
            <a:lvl9pPr algn="ctr">
              <a:lnSpc>
                <a:spcPct val="90000"/>
              </a:lnSpc>
              <a:spcBef>
                <a:spcPts val="400"/>
              </a:spcBef>
              <a:spcAft>
                <a:spcPts val="0"/>
              </a:spcAft>
              <a:buClr>
                <a:schemeClr val="dk1"/>
              </a:buClr>
              <a:buSzPts val="1200"/>
              <a:buNone/>
              <a:defRPr sz="1200"/>
            </a:lvl9pPr>
          </a:lstStyle>
          <a:p xmlns:a="http://schemas.openxmlformats.org/drawingml/2006/main">
            <a:endParaRPr/>
          </a:p>
        </p:txBody>
      </p:sp>
      <p:sp>
        <p:nvSpPr>
          <p:cNvPr id="14" name="Google Shape;14;p2">
            <a:extLst xmlns:a="http://schemas.openxmlformats.org/drawingml/2006/main">
              <a:ext uri="{FF2B5EF4-FFF2-40B4-BE49-F238E27FC236}">
                <a16:creationId xmlns:a16="http://schemas.microsoft.com/office/drawing/2014/main" id="{B93C1B28-6C21-448A-887E-3295BEA32283}"/>
              </a:ext>
            </a:extLst>
          </p:cNvPr>
          <p:cNvSpPr>
            <a:spLocks xmlns:a="http://schemas.openxmlformats.org/drawingml/2006/main" noGrp="1"/>
          </p:cNvSpPr>
          <p:nvPr>
            <p:ph type="dt" idx="10"/>
          </p:nvPr>
        </p:nvSpPr>
        <p:spPr>
          <a:xfrm xmlns:a="http://schemas.openxmlformats.org/drawingml/2006/main">
            <a:off x="628650" y="4767263"/>
            <a:ext cx="2057400" cy="2739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68575" tIns="34275" rIns="68575" bIns="34275" anchor="ctr">
            <a:noAutofit/>
          </a:bodyPr>
          <a:lstStyle xmlns:a="http://schemas.openxmlformats.org/drawingml/2006/main">
            <a:lvl1pPr algn="l">
              <a:spcBef>
                <a:spcPts val="0"/>
              </a:spcBef>
              <a:spcAft>
                <a:spcPts val="0"/>
              </a:spcAft>
              <a:buSzPts val="1100"/>
              <a:buNone/>
              <a:defRPr/>
            </a:lvl1pPr>
            <a:lvl2pPr algn="l">
              <a:spcBef>
                <a:spcPts val="0"/>
              </a:spcBef>
              <a:spcAft>
                <a:spcPts val="0"/>
              </a:spcAft>
              <a:buSzPts val="1100"/>
              <a:buNone/>
              <a:defRPr/>
            </a:lvl2pPr>
            <a:lvl3pPr algn="l">
              <a:spcBef>
                <a:spcPts val="0"/>
              </a:spcBef>
              <a:spcAft>
                <a:spcPts val="0"/>
              </a:spcAft>
              <a:buSzPts val="1100"/>
              <a:buNone/>
              <a:defRPr/>
            </a:lvl3pPr>
            <a:lvl4pPr algn="l">
              <a:spcBef>
                <a:spcPts val="0"/>
              </a:spcBef>
              <a:spcAft>
                <a:spcPts val="0"/>
              </a:spcAft>
              <a:buSzPts val="1100"/>
              <a:buNone/>
              <a:defRPr/>
            </a:lvl4pPr>
            <a:lvl5pPr algn="l">
              <a:spcBef>
                <a:spcPts val="0"/>
              </a:spcBef>
              <a:spcAft>
                <a:spcPts val="0"/>
              </a:spcAft>
              <a:buSzPts val="1100"/>
              <a:buNone/>
              <a:defRPr/>
            </a:lvl5pPr>
            <a:lvl6pPr algn="l">
              <a:spcBef>
                <a:spcPts val="0"/>
              </a:spcBef>
              <a:spcAft>
                <a:spcPts val="0"/>
              </a:spcAft>
              <a:buSzPts val="1100"/>
              <a:buNone/>
              <a:defRPr/>
            </a:lvl6pPr>
            <a:lvl7pPr algn="l">
              <a:spcBef>
                <a:spcPts val="0"/>
              </a:spcBef>
              <a:spcAft>
                <a:spcPts val="0"/>
              </a:spcAft>
              <a:buSzPts val="1100"/>
              <a:buNone/>
              <a:defRPr/>
            </a:lvl7pPr>
            <a:lvl8pPr algn="l">
              <a:spcBef>
                <a:spcPts val="0"/>
              </a:spcBef>
              <a:spcAft>
                <a:spcPts val="0"/>
              </a:spcAft>
              <a:buSzPts val="1100"/>
              <a:buNone/>
              <a:defRPr/>
            </a:lvl8pPr>
            <a:lvl9pPr algn="l">
              <a:spcBef>
                <a:spcPts val="0"/>
              </a:spcBef>
              <a:spcAft>
                <a:spcPts val="0"/>
              </a:spcAft>
              <a:buSzPts val="1100"/>
              <a:buNone/>
              <a:defRPr/>
            </a:lvl9pPr>
          </a:lstStyle>
          <a:p xmlns:a="http://schemas.openxmlformats.org/drawingml/2006/main">
            <a:endParaRPr/>
          </a:p>
        </p:txBody>
      </p:sp>
      <p:sp>
        <p:nvSpPr>
          <p:cNvPr id="15" name="Google Shape;15;p2">
            <a:extLst xmlns:a="http://schemas.openxmlformats.org/drawingml/2006/main">
              <a:ext uri="{FF2B5EF4-FFF2-40B4-BE49-F238E27FC236}">
                <a16:creationId xmlns:a16="http://schemas.microsoft.com/office/drawing/2014/main" id="{373C4781-AC00-4B4C-815D-9F398027AB1E}"/>
              </a:ext>
            </a:extLst>
          </p:cNvPr>
          <p:cNvSpPr>
            <a:spLocks xmlns:a="http://schemas.openxmlformats.org/drawingml/2006/main" noGrp="1"/>
          </p:cNvSpPr>
          <p:nvPr>
            <p:ph type="ftr" idx="11"/>
          </p:nvPr>
        </p:nvSpPr>
        <p:spPr>
          <a:xfrm xmlns:a="http://schemas.openxmlformats.org/drawingml/2006/main">
            <a:off x="3028950" y="4767263"/>
            <a:ext cx="3086100" cy="2739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68575" tIns="34275" rIns="68575" bIns="34275" anchor="ctr">
            <a:noAutofit/>
          </a:bodyPr>
          <a:lstStyle xmlns:a="http://schemas.openxmlformats.org/drawingml/2006/main">
            <a:lvl1pPr algn="ctr">
              <a:spcBef>
                <a:spcPts val="0"/>
              </a:spcBef>
              <a:spcAft>
                <a:spcPts val="0"/>
              </a:spcAft>
              <a:buSzPts val="1100"/>
              <a:buNone/>
              <a:defRPr/>
            </a:lvl1pPr>
            <a:lvl2pPr algn="l">
              <a:spcBef>
                <a:spcPts val="0"/>
              </a:spcBef>
              <a:spcAft>
                <a:spcPts val="0"/>
              </a:spcAft>
              <a:buSzPts val="1100"/>
              <a:buNone/>
              <a:defRPr/>
            </a:lvl2pPr>
            <a:lvl3pPr algn="l">
              <a:spcBef>
                <a:spcPts val="0"/>
              </a:spcBef>
              <a:spcAft>
                <a:spcPts val="0"/>
              </a:spcAft>
              <a:buSzPts val="1100"/>
              <a:buNone/>
              <a:defRPr/>
            </a:lvl3pPr>
            <a:lvl4pPr algn="l">
              <a:spcBef>
                <a:spcPts val="0"/>
              </a:spcBef>
              <a:spcAft>
                <a:spcPts val="0"/>
              </a:spcAft>
              <a:buSzPts val="1100"/>
              <a:buNone/>
              <a:defRPr/>
            </a:lvl4pPr>
            <a:lvl5pPr algn="l">
              <a:spcBef>
                <a:spcPts val="0"/>
              </a:spcBef>
              <a:spcAft>
                <a:spcPts val="0"/>
              </a:spcAft>
              <a:buSzPts val="1100"/>
              <a:buNone/>
              <a:defRPr/>
            </a:lvl5pPr>
            <a:lvl6pPr algn="l">
              <a:spcBef>
                <a:spcPts val="0"/>
              </a:spcBef>
              <a:spcAft>
                <a:spcPts val="0"/>
              </a:spcAft>
              <a:buSzPts val="1100"/>
              <a:buNone/>
              <a:defRPr/>
            </a:lvl6pPr>
            <a:lvl7pPr algn="l">
              <a:spcBef>
                <a:spcPts val="0"/>
              </a:spcBef>
              <a:spcAft>
                <a:spcPts val="0"/>
              </a:spcAft>
              <a:buSzPts val="1100"/>
              <a:buNone/>
              <a:defRPr/>
            </a:lvl7pPr>
            <a:lvl8pPr algn="l">
              <a:spcBef>
                <a:spcPts val="0"/>
              </a:spcBef>
              <a:spcAft>
                <a:spcPts val="0"/>
              </a:spcAft>
              <a:buSzPts val="1100"/>
              <a:buNone/>
              <a:defRPr/>
            </a:lvl8pPr>
            <a:lvl9pPr algn="l">
              <a:spcBef>
                <a:spcPts val="0"/>
              </a:spcBef>
              <a:spcAft>
                <a:spcPts val="0"/>
              </a:spcAft>
              <a:buSzPts val="1100"/>
              <a:buNone/>
              <a:defRPr/>
            </a:lvl9pPr>
          </a:lstStyle>
          <a:p xmlns:a="http://schemas.openxmlformats.org/drawingml/2006/main">
            <a:endParaRPr/>
          </a:p>
        </p:txBody>
      </p:sp>
      <p:sp>
        <p:nvSpPr>
          <p:cNvPr id="16" name="Google Shape;16;p2">
            <a:extLst xmlns:a="http://schemas.openxmlformats.org/drawingml/2006/main">
              <a:ext uri="{FF2B5EF4-FFF2-40B4-BE49-F238E27FC236}">
                <a16:creationId xmlns:a16="http://schemas.microsoft.com/office/drawing/2014/main" id="{90817E37-5C7F-44A1-8B01-B81CE2F4CCA1}"/>
              </a:ext>
            </a:extLst>
          </p:cNvPr>
          <p:cNvSpPr>
            <a:spLocks xmlns:a="http://schemas.openxmlformats.org/drawingml/2006/main" noGrp="1"/>
          </p:cNvSpPr>
          <p:nvPr>
            <p:ph type="sldNum" idx="12"/>
          </p:nvPr>
        </p:nvSpPr>
        <p:spPr>
          <a:xfrm xmlns:a="http://schemas.openxmlformats.org/drawingml/2006/main">
            <a:off x="6457950" y="4767263"/>
            <a:ext cx="2057400" cy="2739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68575" tIns="34275" rIns="68575" bIns="34275" anchor="ctr">
            <a:noAutofit/>
          </a:bodyPr>
          <a:lstStyle xmlns:a="http://schemas.openxmlformats.org/drawingml/2006/main">
            <a:lvl1pPr marL="0" indent="0" algn="r">
              <a:spcBef>
                <a:spcPts val="0"/>
              </a:spcBef>
              <a:buNone/>
              <a:defRPr/>
            </a:lvl1pPr>
            <a:lvl2pPr marL="0" indent="0" algn="r">
              <a:spcBef>
                <a:spcPts val="0"/>
              </a:spcBef>
              <a:buNone/>
              <a:defRPr/>
            </a:lvl2pPr>
            <a:lvl3pPr marL="0" indent="0" algn="r">
              <a:spcBef>
                <a:spcPts val="0"/>
              </a:spcBef>
              <a:buNone/>
              <a:defRPr/>
            </a:lvl3pPr>
            <a:lvl4pPr marL="0" indent="0" algn="r">
              <a:spcBef>
                <a:spcPts val="0"/>
              </a:spcBef>
              <a:buNone/>
              <a:defRPr/>
            </a:lvl4pPr>
            <a:lvl5pPr marL="0" indent="0" algn="r">
              <a:spcBef>
                <a:spcPts val="0"/>
              </a:spcBef>
              <a:buNone/>
              <a:defRPr/>
            </a:lvl5pPr>
            <a:lvl6pPr marL="0" indent="0" algn="r">
              <a:spcBef>
                <a:spcPts val="0"/>
              </a:spcBef>
              <a:buNone/>
              <a:defRPr/>
            </a:lvl6pPr>
            <a:lvl7pPr marL="0" indent="0" algn="r">
              <a:spcBef>
                <a:spcPts val="0"/>
              </a:spcBef>
              <a:buNone/>
              <a:defRPr/>
            </a:lvl7pPr>
            <a:lvl8pPr marL="0" indent="0" algn="r">
              <a:spcBef>
                <a:spcPts val="0"/>
              </a:spcBef>
              <a:buNone/>
              <a:defRPr/>
            </a:lvl8pPr>
            <a:lvl9pPr marL="0" indent="0" algn="r">
              <a:spcBef>
                <a:spcPts val="0"/>
              </a:spcBef>
              <a:buNone/>
              <a:defRPr/>
            </a:lvl9pPr>
          </a:lstStyle>
          <a:p xmlns:a="http://schemas.openxmlformats.org/drawingml/2006/main">
            <a:pPr marL="0" lvl="0" indent="0" algn="r">
              <a:spcBef>
                <a:spcPts val="0"/>
              </a:spcBef>
              <a:spcAft>
                <a:spcPts val="0"/>
              </a:spcAft>
              <a:buNone/>
            </a:pPr>
            <a:fld id="{00000000-1234-1234-1234-123412341234}" type="slidenum">
              <a:t>‹#›</a:t>
            </a:fld>
            <a:endParaRPr/>
          </a:p>
        </p:txBody>
      </p:sp>
    </p:spTree>
  </p:cSld>
</p:sldLayout>
</file>

<file path=ppt/slideLayouts/slideLayout2.xml><?xml version="1.0" encoding="utf-8"?>
<p:sldLayout xmlns:p="http://schemas.openxmlformats.org/presentationml/2006/main" matchingName="Title and Content" type="obj">
  <p:cSld name="OBJECT">
    <p:spTree>
      <p:nvGrpSpPr>
        <p:cNvPr id="1" name=""/>
        <p:cNvGrpSpPr/>
        <p:nvPr/>
      </p:nvGrpSpPr>
      <p:grpSpPr>
        <a:xfrm xmlns:a="http://schemas.openxmlformats.org/drawingml/2006/main"/>
      </p:grpSpPr>
      <p:sp>
        <p:nvSpPr>
          <p:cNvPr id="18" name="Google Shape;18;p3">
            <a:extLst xmlns:a="http://schemas.openxmlformats.org/drawingml/2006/main">
              <a:ext uri="{FF2B5EF4-FFF2-40B4-BE49-F238E27FC236}">
                <a16:creationId xmlns:a16="http://schemas.microsoft.com/office/drawing/2014/main" id="{13572D83-D95C-41F0-B4A4-E6BC4C6618D8}"/>
              </a:ext>
            </a:extLst>
          </p:cNvPr>
          <p:cNvSpPr>
            <a:spLocks xmlns:a="http://schemas.openxmlformats.org/drawingml/2006/main" noGrp="1"/>
          </p:cNvSpPr>
          <p:nvPr>
            <p:ph type="title" idx="0"/>
          </p:nvPr>
        </p:nvSpPr>
        <p:spPr>
          <a:xfrm xmlns:a="http://schemas.openxmlformats.org/drawingml/2006/main">
            <a:off x="628650" y="273844"/>
            <a:ext cx="7886700" cy="9942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68575" tIns="34275" rIns="68575" bIns="34275" anchor="ctr">
            <a:normAutofit/>
          </a:bodyPr>
          <a:lstStyle xmlns:a="http://schemas.openxmlformats.org/drawingml/2006/main">
            <a:lvl1pPr algn="l">
              <a:lnSpc>
                <a:spcPct val="90000"/>
              </a:lnSpc>
              <a:spcBef>
                <a:spcPts val="0"/>
              </a:spcBef>
              <a:spcAft>
                <a:spcPts val="0"/>
              </a:spcAft>
              <a:buClr>
                <a:schemeClr val="dk1"/>
              </a:buClr>
              <a:buSzPts val="1400"/>
              <a:buNone/>
              <a:defRPr/>
            </a:lvl1pPr>
            <a:lvl2pPr>
              <a:spcBef>
                <a:spcPts val="0"/>
              </a:spcBef>
              <a:spcAft>
                <a:spcPts val="0"/>
              </a:spcAft>
              <a:buSzPts val="1100"/>
              <a:buNone/>
              <a:defRPr/>
            </a:lvl2pPr>
            <a:lvl3pPr>
              <a:spcBef>
                <a:spcPts val="0"/>
              </a:spcBef>
              <a:spcAft>
                <a:spcPts val="0"/>
              </a:spcAft>
              <a:buSzPts val="1100"/>
              <a:buNone/>
              <a:defRPr/>
            </a:lvl3pPr>
            <a:lvl4pPr>
              <a:spcBef>
                <a:spcPts val="0"/>
              </a:spcBef>
              <a:spcAft>
                <a:spcPts val="0"/>
              </a:spcAft>
              <a:buSzPts val="1100"/>
              <a:buNone/>
              <a:defRPr/>
            </a:lvl4pPr>
            <a:lvl5pPr>
              <a:spcBef>
                <a:spcPts val="0"/>
              </a:spcBef>
              <a:spcAft>
                <a:spcPts val="0"/>
              </a:spcAft>
              <a:buSzPts val="1100"/>
              <a:buNone/>
              <a:defRPr/>
            </a:lvl5pPr>
            <a:lvl6pPr>
              <a:spcBef>
                <a:spcPts val="0"/>
              </a:spcBef>
              <a:spcAft>
                <a:spcPts val="0"/>
              </a:spcAft>
              <a:buSzPts val="1100"/>
              <a:buNone/>
              <a:defRPr/>
            </a:lvl6pPr>
            <a:lvl7pPr>
              <a:spcBef>
                <a:spcPts val="0"/>
              </a:spcBef>
              <a:spcAft>
                <a:spcPts val="0"/>
              </a:spcAft>
              <a:buSzPts val="1100"/>
              <a:buNone/>
              <a:defRPr/>
            </a:lvl7pPr>
            <a:lvl8pPr>
              <a:spcBef>
                <a:spcPts val="0"/>
              </a:spcBef>
              <a:spcAft>
                <a:spcPts val="0"/>
              </a:spcAft>
              <a:buSzPts val="1100"/>
              <a:buNone/>
              <a:defRPr/>
            </a:lvl8pPr>
            <a:lvl9pPr>
              <a:spcBef>
                <a:spcPts val="0"/>
              </a:spcBef>
              <a:spcAft>
                <a:spcPts val="0"/>
              </a:spcAft>
              <a:buSzPts val="1100"/>
              <a:buNone/>
              <a:defRPr/>
            </a:lvl9pPr>
          </a:lstStyle>
          <a:p xmlns:a="http://schemas.openxmlformats.org/drawingml/2006/main">
            <a:endParaRPr/>
          </a:p>
        </p:txBody>
      </p:sp>
      <p:sp>
        <p:nvSpPr>
          <p:cNvPr id="19" name="Google Shape;19;p3">
            <a:extLst xmlns:a="http://schemas.openxmlformats.org/drawingml/2006/main">
              <a:ext uri="{FF2B5EF4-FFF2-40B4-BE49-F238E27FC236}">
                <a16:creationId xmlns:a16="http://schemas.microsoft.com/office/drawing/2014/main" id="{0C1F6211-DBFC-4B0F-8C68-3F8A16FBB2E6}"/>
              </a:ext>
            </a:extLst>
          </p:cNvPr>
          <p:cNvSpPr>
            <a:spLocks xmlns:a="http://schemas.openxmlformats.org/drawingml/2006/main" noGrp="1"/>
          </p:cNvSpPr>
          <p:nvPr>
            <p:ph type="body" idx="1"/>
          </p:nvPr>
        </p:nvSpPr>
        <p:spPr>
          <a:xfrm xmlns:a="http://schemas.openxmlformats.org/drawingml/2006/main">
            <a:off x="628650" y="1369219"/>
            <a:ext cx="7886700" cy="32634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68575" tIns="34275" rIns="68575" bIns="34275" anchor="t">
            <a:normAutofit/>
          </a:bodyPr>
          <a:lstStyle xmlns:a="http://schemas.openxmlformats.org/drawingml/2006/main">
            <a:lvl1pPr marL="457200" indent="-317500" algn="l">
              <a:lnSpc>
                <a:spcPct val="90000"/>
              </a:lnSpc>
              <a:spcBef>
                <a:spcPts val="800"/>
              </a:spcBef>
              <a:spcAft>
                <a:spcPts val="0"/>
              </a:spcAft>
              <a:buClr>
                <a:schemeClr val="dk1"/>
              </a:buClr>
              <a:buSzPts val="1400"/>
              <a:buChar char="•"/>
              <a:defRPr/>
            </a:lvl1pPr>
            <a:lvl2pPr marL="914400" indent="-317500" algn="l">
              <a:lnSpc>
                <a:spcPct val="90000"/>
              </a:lnSpc>
              <a:spcBef>
                <a:spcPts val="400"/>
              </a:spcBef>
              <a:spcAft>
                <a:spcPts val="0"/>
              </a:spcAft>
              <a:buClr>
                <a:schemeClr val="dk1"/>
              </a:buClr>
              <a:buSzPts val="1400"/>
              <a:buChar char="•"/>
              <a:defRPr/>
            </a:lvl2pPr>
            <a:lvl3pPr marL="1371600" indent="-317500" algn="l">
              <a:lnSpc>
                <a:spcPct val="90000"/>
              </a:lnSpc>
              <a:spcBef>
                <a:spcPts val="400"/>
              </a:spcBef>
              <a:spcAft>
                <a:spcPts val="0"/>
              </a:spcAft>
              <a:buClr>
                <a:schemeClr val="dk1"/>
              </a:buClr>
              <a:buSzPts val="1400"/>
              <a:buChar char="•"/>
              <a:defRPr/>
            </a:lvl3pPr>
            <a:lvl4pPr marL="1828800" indent="-317500" algn="l">
              <a:lnSpc>
                <a:spcPct val="90000"/>
              </a:lnSpc>
              <a:spcBef>
                <a:spcPts val="400"/>
              </a:spcBef>
              <a:spcAft>
                <a:spcPts val="0"/>
              </a:spcAft>
              <a:buClr>
                <a:schemeClr val="dk1"/>
              </a:buClr>
              <a:buSzPts val="1400"/>
              <a:buChar char="•"/>
              <a:defRPr/>
            </a:lvl4pPr>
            <a:lvl5pPr marL="2286000" indent="-317500" algn="l">
              <a:lnSpc>
                <a:spcPct val="90000"/>
              </a:lnSpc>
              <a:spcBef>
                <a:spcPts val="400"/>
              </a:spcBef>
              <a:spcAft>
                <a:spcPts val="0"/>
              </a:spcAft>
              <a:buClr>
                <a:schemeClr val="dk1"/>
              </a:buClr>
              <a:buSzPts val="1400"/>
              <a:buChar char="•"/>
              <a:defRPr/>
            </a:lvl5pPr>
            <a:lvl6pPr marL="2743200" indent="-317500" algn="l">
              <a:lnSpc>
                <a:spcPct val="90000"/>
              </a:lnSpc>
              <a:spcBef>
                <a:spcPts val="400"/>
              </a:spcBef>
              <a:spcAft>
                <a:spcPts val="0"/>
              </a:spcAft>
              <a:buClr>
                <a:schemeClr val="dk1"/>
              </a:buClr>
              <a:buSzPts val="1400"/>
              <a:buChar char="•"/>
              <a:defRPr/>
            </a:lvl6pPr>
            <a:lvl7pPr marL="3200400" indent="-317500" algn="l">
              <a:lnSpc>
                <a:spcPct val="90000"/>
              </a:lnSpc>
              <a:spcBef>
                <a:spcPts val="400"/>
              </a:spcBef>
              <a:spcAft>
                <a:spcPts val="0"/>
              </a:spcAft>
              <a:buClr>
                <a:schemeClr val="dk1"/>
              </a:buClr>
              <a:buSzPts val="1400"/>
              <a:buChar char="•"/>
              <a:defRPr/>
            </a:lvl7pPr>
            <a:lvl8pPr marL="3657600" indent="-317500" algn="l">
              <a:lnSpc>
                <a:spcPct val="90000"/>
              </a:lnSpc>
              <a:spcBef>
                <a:spcPts val="400"/>
              </a:spcBef>
              <a:spcAft>
                <a:spcPts val="0"/>
              </a:spcAft>
              <a:buClr>
                <a:schemeClr val="dk1"/>
              </a:buClr>
              <a:buSzPts val="1400"/>
              <a:buChar char="•"/>
              <a:defRPr/>
            </a:lvl8pPr>
            <a:lvl9pPr marL="4114800" indent="-317500" algn="l">
              <a:lnSpc>
                <a:spcPct val="90000"/>
              </a:lnSpc>
              <a:spcBef>
                <a:spcPts val="400"/>
              </a:spcBef>
              <a:spcAft>
                <a:spcPts val="0"/>
              </a:spcAft>
              <a:buClr>
                <a:schemeClr val="dk1"/>
              </a:buClr>
              <a:buSzPts val="1400"/>
              <a:buChar char="•"/>
              <a:defRPr/>
            </a:lvl9pPr>
          </a:lstStyle>
          <a:p xmlns:a="http://schemas.openxmlformats.org/drawingml/2006/main">
            <a:endParaRPr/>
          </a:p>
        </p:txBody>
      </p:sp>
      <p:sp>
        <p:nvSpPr>
          <p:cNvPr id="20" name="Google Shape;20;p3">
            <a:extLst xmlns:a="http://schemas.openxmlformats.org/drawingml/2006/main">
              <a:ext uri="{FF2B5EF4-FFF2-40B4-BE49-F238E27FC236}">
                <a16:creationId xmlns:a16="http://schemas.microsoft.com/office/drawing/2014/main" id="{976072D0-098A-4F30-A068-2D10DDFE1795}"/>
              </a:ext>
            </a:extLst>
          </p:cNvPr>
          <p:cNvSpPr>
            <a:spLocks xmlns:a="http://schemas.openxmlformats.org/drawingml/2006/main" noGrp="1"/>
          </p:cNvSpPr>
          <p:nvPr>
            <p:ph type="dt" idx="10"/>
          </p:nvPr>
        </p:nvSpPr>
        <p:spPr>
          <a:xfrm xmlns:a="http://schemas.openxmlformats.org/drawingml/2006/main">
            <a:off x="628650" y="4767263"/>
            <a:ext cx="2057400" cy="2739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68575" tIns="34275" rIns="68575" bIns="34275" anchor="ctr">
            <a:noAutofit/>
          </a:bodyPr>
          <a:lstStyle xmlns:a="http://schemas.openxmlformats.org/drawingml/2006/main">
            <a:lvl1pPr algn="l">
              <a:spcBef>
                <a:spcPts val="0"/>
              </a:spcBef>
              <a:spcAft>
                <a:spcPts val="0"/>
              </a:spcAft>
              <a:buSzPts val="1100"/>
              <a:buNone/>
              <a:defRPr/>
            </a:lvl1pPr>
            <a:lvl2pPr algn="l">
              <a:spcBef>
                <a:spcPts val="0"/>
              </a:spcBef>
              <a:spcAft>
                <a:spcPts val="0"/>
              </a:spcAft>
              <a:buSzPts val="1100"/>
              <a:buNone/>
              <a:defRPr/>
            </a:lvl2pPr>
            <a:lvl3pPr algn="l">
              <a:spcBef>
                <a:spcPts val="0"/>
              </a:spcBef>
              <a:spcAft>
                <a:spcPts val="0"/>
              </a:spcAft>
              <a:buSzPts val="1100"/>
              <a:buNone/>
              <a:defRPr/>
            </a:lvl3pPr>
            <a:lvl4pPr algn="l">
              <a:spcBef>
                <a:spcPts val="0"/>
              </a:spcBef>
              <a:spcAft>
                <a:spcPts val="0"/>
              </a:spcAft>
              <a:buSzPts val="1100"/>
              <a:buNone/>
              <a:defRPr/>
            </a:lvl4pPr>
            <a:lvl5pPr algn="l">
              <a:spcBef>
                <a:spcPts val="0"/>
              </a:spcBef>
              <a:spcAft>
                <a:spcPts val="0"/>
              </a:spcAft>
              <a:buSzPts val="1100"/>
              <a:buNone/>
              <a:defRPr/>
            </a:lvl5pPr>
            <a:lvl6pPr algn="l">
              <a:spcBef>
                <a:spcPts val="0"/>
              </a:spcBef>
              <a:spcAft>
                <a:spcPts val="0"/>
              </a:spcAft>
              <a:buSzPts val="1100"/>
              <a:buNone/>
              <a:defRPr/>
            </a:lvl6pPr>
            <a:lvl7pPr algn="l">
              <a:spcBef>
                <a:spcPts val="0"/>
              </a:spcBef>
              <a:spcAft>
                <a:spcPts val="0"/>
              </a:spcAft>
              <a:buSzPts val="1100"/>
              <a:buNone/>
              <a:defRPr/>
            </a:lvl7pPr>
            <a:lvl8pPr algn="l">
              <a:spcBef>
                <a:spcPts val="0"/>
              </a:spcBef>
              <a:spcAft>
                <a:spcPts val="0"/>
              </a:spcAft>
              <a:buSzPts val="1100"/>
              <a:buNone/>
              <a:defRPr/>
            </a:lvl8pPr>
            <a:lvl9pPr algn="l">
              <a:spcBef>
                <a:spcPts val="0"/>
              </a:spcBef>
              <a:spcAft>
                <a:spcPts val="0"/>
              </a:spcAft>
              <a:buSzPts val="1100"/>
              <a:buNone/>
              <a:defRPr/>
            </a:lvl9pPr>
          </a:lstStyle>
          <a:p xmlns:a="http://schemas.openxmlformats.org/drawingml/2006/main">
            <a:endParaRPr/>
          </a:p>
        </p:txBody>
      </p:sp>
      <p:sp>
        <p:nvSpPr>
          <p:cNvPr id="21" name="Google Shape;21;p3">
            <a:extLst xmlns:a="http://schemas.openxmlformats.org/drawingml/2006/main">
              <a:ext uri="{FF2B5EF4-FFF2-40B4-BE49-F238E27FC236}">
                <a16:creationId xmlns:a16="http://schemas.microsoft.com/office/drawing/2014/main" id="{A72ABCE7-4622-45CB-950D-0B40EFDDB34A}"/>
              </a:ext>
            </a:extLst>
          </p:cNvPr>
          <p:cNvSpPr>
            <a:spLocks xmlns:a="http://schemas.openxmlformats.org/drawingml/2006/main" noGrp="1"/>
          </p:cNvSpPr>
          <p:nvPr>
            <p:ph type="ftr" idx="11"/>
          </p:nvPr>
        </p:nvSpPr>
        <p:spPr>
          <a:xfrm xmlns:a="http://schemas.openxmlformats.org/drawingml/2006/main">
            <a:off x="3028950" y="4767263"/>
            <a:ext cx="3086100" cy="2739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68575" tIns="34275" rIns="68575" bIns="34275" anchor="ctr">
            <a:noAutofit/>
          </a:bodyPr>
          <a:lstStyle xmlns:a="http://schemas.openxmlformats.org/drawingml/2006/main">
            <a:lvl1pPr algn="ctr">
              <a:spcBef>
                <a:spcPts val="0"/>
              </a:spcBef>
              <a:spcAft>
                <a:spcPts val="0"/>
              </a:spcAft>
              <a:buSzPts val="1100"/>
              <a:buNone/>
              <a:defRPr/>
            </a:lvl1pPr>
            <a:lvl2pPr algn="l">
              <a:spcBef>
                <a:spcPts val="0"/>
              </a:spcBef>
              <a:spcAft>
                <a:spcPts val="0"/>
              </a:spcAft>
              <a:buSzPts val="1100"/>
              <a:buNone/>
              <a:defRPr/>
            </a:lvl2pPr>
            <a:lvl3pPr algn="l">
              <a:spcBef>
                <a:spcPts val="0"/>
              </a:spcBef>
              <a:spcAft>
                <a:spcPts val="0"/>
              </a:spcAft>
              <a:buSzPts val="1100"/>
              <a:buNone/>
              <a:defRPr/>
            </a:lvl3pPr>
            <a:lvl4pPr algn="l">
              <a:spcBef>
                <a:spcPts val="0"/>
              </a:spcBef>
              <a:spcAft>
                <a:spcPts val="0"/>
              </a:spcAft>
              <a:buSzPts val="1100"/>
              <a:buNone/>
              <a:defRPr/>
            </a:lvl4pPr>
            <a:lvl5pPr algn="l">
              <a:spcBef>
                <a:spcPts val="0"/>
              </a:spcBef>
              <a:spcAft>
                <a:spcPts val="0"/>
              </a:spcAft>
              <a:buSzPts val="1100"/>
              <a:buNone/>
              <a:defRPr/>
            </a:lvl5pPr>
            <a:lvl6pPr algn="l">
              <a:spcBef>
                <a:spcPts val="0"/>
              </a:spcBef>
              <a:spcAft>
                <a:spcPts val="0"/>
              </a:spcAft>
              <a:buSzPts val="1100"/>
              <a:buNone/>
              <a:defRPr/>
            </a:lvl6pPr>
            <a:lvl7pPr algn="l">
              <a:spcBef>
                <a:spcPts val="0"/>
              </a:spcBef>
              <a:spcAft>
                <a:spcPts val="0"/>
              </a:spcAft>
              <a:buSzPts val="1100"/>
              <a:buNone/>
              <a:defRPr/>
            </a:lvl7pPr>
            <a:lvl8pPr algn="l">
              <a:spcBef>
                <a:spcPts val="0"/>
              </a:spcBef>
              <a:spcAft>
                <a:spcPts val="0"/>
              </a:spcAft>
              <a:buSzPts val="1100"/>
              <a:buNone/>
              <a:defRPr/>
            </a:lvl8pPr>
            <a:lvl9pPr algn="l">
              <a:spcBef>
                <a:spcPts val="0"/>
              </a:spcBef>
              <a:spcAft>
                <a:spcPts val="0"/>
              </a:spcAft>
              <a:buSzPts val="1100"/>
              <a:buNone/>
              <a:defRPr/>
            </a:lvl9pPr>
          </a:lstStyle>
          <a:p xmlns:a="http://schemas.openxmlformats.org/drawingml/2006/main">
            <a:endParaRPr/>
          </a:p>
        </p:txBody>
      </p:sp>
      <p:sp>
        <p:nvSpPr>
          <p:cNvPr id="22" name="Google Shape;22;p3">
            <a:extLst xmlns:a="http://schemas.openxmlformats.org/drawingml/2006/main">
              <a:ext uri="{FF2B5EF4-FFF2-40B4-BE49-F238E27FC236}">
                <a16:creationId xmlns:a16="http://schemas.microsoft.com/office/drawing/2014/main" id="{EC01DCF5-942F-4519-9315-9E1098D315BA}"/>
              </a:ext>
            </a:extLst>
          </p:cNvPr>
          <p:cNvSpPr>
            <a:spLocks xmlns:a="http://schemas.openxmlformats.org/drawingml/2006/main" noGrp="1"/>
          </p:cNvSpPr>
          <p:nvPr>
            <p:ph type="sldNum" idx="12"/>
          </p:nvPr>
        </p:nvSpPr>
        <p:spPr>
          <a:xfrm xmlns:a="http://schemas.openxmlformats.org/drawingml/2006/main">
            <a:off x="6457950" y="4767263"/>
            <a:ext cx="2057400" cy="2739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68575" tIns="34275" rIns="68575" bIns="34275" anchor="ctr">
            <a:noAutofit/>
          </a:bodyPr>
          <a:lstStyle xmlns:a="http://schemas.openxmlformats.org/drawingml/2006/main">
            <a:lvl1pPr marL="0" indent="0" algn="r">
              <a:spcBef>
                <a:spcPts val="0"/>
              </a:spcBef>
              <a:buNone/>
              <a:defRPr/>
            </a:lvl1pPr>
            <a:lvl2pPr marL="0" indent="0" algn="r">
              <a:spcBef>
                <a:spcPts val="0"/>
              </a:spcBef>
              <a:buNone/>
              <a:defRPr/>
            </a:lvl2pPr>
            <a:lvl3pPr marL="0" indent="0" algn="r">
              <a:spcBef>
                <a:spcPts val="0"/>
              </a:spcBef>
              <a:buNone/>
              <a:defRPr/>
            </a:lvl3pPr>
            <a:lvl4pPr marL="0" indent="0" algn="r">
              <a:spcBef>
                <a:spcPts val="0"/>
              </a:spcBef>
              <a:buNone/>
              <a:defRPr/>
            </a:lvl4pPr>
            <a:lvl5pPr marL="0" indent="0" algn="r">
              <a:spcBef>
                <a:spcPts val="0"/>
              </a:spcBef>
              <a:buNone/>
              <a:defRPr/>
            </a:lvl5pPr>
            <a:lvl6pPr marL="0" indent="0" algn="r">
              <a:spcBef>
                <a:spcPts val="0"/>
              </a:spcBef>
              <a:buNone/>
              <a:defRPr/>
            </a:lvl6pPr>
            <a:lvl7pPr marL="0" indent="0" algn="r">
              <a:spcBef>
                <a:spcPts val="0"/>
              </a:spcBef>
              <a:buNone/>
              <a:defRPr/>
            </a:lvl7pPr>
            <a:lvl8pPr marL="0" indent="0" algn="r">
              <a:spcBef>
                <a:spcPts val="0"/>
              </a:spcBef>
              <a:buNone/>
              <a:defRPr/>
            </a:lvl8pPr>
            <a:lvl9pPr marL="0" indent="0" algn="r">
              <a:spcBef>
                <a:spcPts val="0"/>
              </a:spcBef>
              <a:buNone/>
              <a:defRPr/>
            </a:lvl9pPr>
          </a:lstStyle>
          <a:p xmlns:a="http://schemas.openxmlformats.org/drawingml/2006/main">
            <a:pPr marL="0" lvl="0" indent="0" algn="r">
              <a:spcBef>
                <a:spcPts val="0"/>
              </a:spcBef>
              <a:spcAft>
                <a:spcPts val="0"/>
              </a:spcAft>
              <a:buNone/>
            </a:pPr>
            <a:fld id="{00000000-1234-1234-1234-123412341234}" type="slidenum">
              <a:t>‹#›</a:t>
            </a:fld>
            <a:endParaRPr/>
          </a:p>
        </p:txBody>
      </p:sp>
    </p:spTree>
  </p:cSld>
</p:sldLayout>
</file>

<file path=ppt/slideLayouts/slideLayout3.xml><?xml version="1.0" encoding="utf-8"?>
<p:sldLayout xmlns:p="http://schemas.openxmlformats.org/presentationml/2006/main" matchingName="Section Header" type="secHead">
  <p:cSld name="SECTION_HEADER">
    <p:spTree>
      <p:nvGrpSpPr>
        <p:cNvPr id="1" name=""/>
        <p:cNvGrpSpPr/>
        <p:nvPr/>
      </p:nvGrpSpPr>
      <p:grpSpPr>
        <a:xfrm xmlns:a="http://schemas.openxmlformats.org/drawingml/2006/main"/>
      </p:grpSpPr>
      <p:sp>
        <p:nvSpPr>
          <p:cNvPr id="24" name="Google Shape;24;p4">
            <a:extLst xmlns:a="http://schemas.openxmlformats.org/drawingml/2006/main">
              <a:ext uri="{FF2B5EF4-FFF2-40B4-BE49-F238E27FC236}">
                <a16:creationId xmlns:a16="http://schemas.microsoft.com/office/drawing/2014/main" id="{032AC81A-72BB-4903-AD44-45A67A5F0DEE}"/>
              </a:ext>
            </a:extLst>
          </p:cNvPr>
          <p:cNvSpPr>
            <a:spLocks xmlns:a="http://schemas.openxmlformats.org/drawingml/2006/main" noGrp="1"/>
          </p:cNvSpPr>
          <p:nvPr>
            <p:ph type="title" idx="0"/>
          </p:nvPr>
        </p:nvSpPr>
        <p:spPr>
          <a:xfrm xmlns:a="http://schemas.openxmlformats.org/drawingml/2006/main">
            <a:off x="623888" y="1282303"/>
            <a:ext cx="7886700" cy="21396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68575" tIns="34275" rIns="68575" bIns="34275" anchor="b">
            <a:normAutofit/>
          </a:bodyPr>
          <a:lstStyle xmlns:a="http://schemas.openxmlformats.org/drawingml/2006/main">
            <a:lvl1pPr algn="l">
              <a:lnSpc>
                <a:spcPct val="90000"/>
              </a:lnSpc>
              <a:spcBef>
                <a:spcPts val="0"/>
              </a:spcBef>
              <a:spcAft>
                <a:spcPts val="0"/>
              </a:spcAft>
              <a:buClr>
                <a:schemeClr val="dk1"/>
              </a:buClr>
              <a:buSzPts val="4500"/>
              <a:buFont typeface="Calibri"/>
              <a:buNone/>
              <a:defRPr sz="4500"/>
            </a:lvl1pPr>
            <a:lvl2pPr>
              <a:spcBef>
                <a:spcPts val="0"/>
              </a:spcBef>
              <a:spcAft>
                <a:spcPts val="0"/>
              </a:spcAft>
              <a:buSzPts val="1100"/>
              <a:buNone/>
              <a:defRPr/>
            </a:lvl2pPr>
            <a:lvl3pPr>
              <a:spcBef>
                <a:spcPts val="0"/>
              </a:spcBef>
              <a:spcAft>
                <a:spcPts val="0"/>
              </a:spcAft>
              <a:buSzPts val="1100"/>
              <a:buNone/>
              <a:defRPr/>
            </a:lvl3pPr>
            <a:lvl4pPr>
              <a:spcBef>
                <a:spcPts val="0"/>
              </a:spcBef>
              <a:spcAft>
                <a:spcPts val="0"/>
              </a:spcAft>
              <a:buSzPts val="1100"/>
              <a:buNone/>
              <a:defRPr/>
            </a:lvl4pPr>
            <a:lvl5pPr>
              <a:spcBef>
                <a:spcPts val="0"/>
              </a:spcBef>
              <a:spcAft>
                <a:spcPts val="0"/>
              </a:spcAft>
              <a:buSzPts val="1100"/>
              <a:buNone/>
              <a:defRPr/>
            </a:lvl5pPr>
            <a:lvl6pPr>
              <a:spcBef>
                <a:spcPts val="0"/>
              </a:spcBef>
              <a:spcAft>
                <a:spcPts val="0"/>
              </a:spcAft>
              <a:buSzPts val="1100"/>
              <a:buNone/>
              <a:defRPr/>
            </a:lvl6pPr>
            <a:lvl7pPr>
              <a:spcBef>
                <a:spcPts val="0"/>
              </a:spcBef>
              <a:spcAft>
                <a:spcPts val="0"/>
              </a:spcAft>
              <a:buSzPts val="1100"/>
              <a:buNone/>
              <a:defRPr/>
            </a:lvl7pPr>
            <a:lvl8pPr>
              <a:spcBef>
                <a:spcPts val="0"/>
              </a:spcBef>
              <a:spcAft>
                <a:spcPts val="0"/>
              </a:spcAft>
              <a:buSzPts val="1100"/>
              <a:buNone/>
              <a:defRPr/>
            </a:lvl8pPr>
            <a:lvl9pPr>
              <a:spcBef>
                <a:spcPts val="0"/>
              </a:spcBef>
              <a:spcAft>
                <a:spcPts val="0"/>
              </a:spcAft>
              <a:buSzPts val="1100"/>
              <a:buNone/>
              <a:defRPr/>
            </a:lvl9pPr>
          </a:lstStyle>
          <a:p xmlns:a="http://schemas.openxmlformats.org/drawingml/2006/main">
            <a:endParaRPr/>
          </a:p>
        </p:txBody>
      </p:sp>
      <p:sp>
        <p:nvSpPr>
          <p:cNvPr id="25" name="Google Shape;25;p4">
            <a:extLst xmlns:a="http://schemas.openxmlformats.org/drawingml/2006/main">
              <a:ext uri="{FF2B5EF4-FFF2-40B4-BE49-F238E27FC236}">
                <a16:creationId xmlns:a16="http://schemas.microsoft.com/office/drawing/2014/main" id="{8023915A-5C69-43B7-88B0-633EEB4D5E5F}"/>
              </a:ext>
            </a:extLst>
          </p:cNvPr>
          <p:cNvSpPr>
            <a:spLocks xmlns:a="http://schemas.openxmlformats.org/drawingml/2006/main" noGrp="1"/>
          </p:cNvSpPr>
          <p:nvPr>
            <p:ph type="body" idx="1"/>
          </p:nvPr>
        </p:nvSpPr>
        <p:spPr>
          <a:xfrm xmlns:a="http://schemas.openxmlformats.org/drawingml/2006/main">
            <a:off x="623888" y="3442097"/>
            <a:ext cx="7886700" cy="11250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68575" tIns="34275" rIns="68575" bIns="34275" anchor="t">
            <a:normAutofit/>
          </a:bodyPr>
          <a:lstStyle xmlns:a="http://schemas.openxmlformats.org/drawingml/2006/main">
            <a:lvl1pPr marL="457200" indent="-228600" algn="l">
              <a:lnSpc>
                <a:spcPct val="90000"/>
              </a:lnSpc>
              <a:spcBef>
                <a:spcPts val="800"/>
              </a:spcBef>
              <a:spcAft>
                <a:spcPts val="0"/>
              </a:spcAft>
              <a:buClr>
                <a:srgbClr val="888888"/>
              </a:buClr>
              <a:buSzPts val="1800"/>
              <a:buNone/>
              <a:defRPr sz="1800">
                <a:solidFill>
                  <a:srgbClr val="888888"/>
                </a:solidFill>
              </a:defRPr>
            </a:lvl1pPr>
            <a:lvl2pPr marL="914400" indent="-228600" algn="l">
              <a:lnSpc>
                <a:spcPct val="90000"/>
              </a:lnSpc>
              <a:spcBef>
                <a:spcPts val="400"/>
              </a:spcBef>
              <a:spcAft>
                <a:spcPts val="0"/>
              </a:spcAft>
              <a:buClr>
                <a:srgbClr val="888888"/>
              </a:buClr>
              <a:buSzPts val="1500"/>
              <a:buNone/>
              <a:defRPr sz="1500">
                <a:solidFill>
                  <a:srgbClr val="888888"/>
                </a:solidFill>
              </a:defRPr>
            </a:lvl2pPr>
            <a:lvl3pPr marL="1371600" indent="-228600" algn="l">
              <a:lnSpc>
                <a:spcPct val="90000"/>
              </a:lnSpc>
              <a:spcBef>
                <a:spcPts val="400"/>
              </a:spcBef>
              <a:spcAft>
                <a:spcPts val="0"/>
              </a:spcAft>
              <a:buClr>
                <a:srgbClr val="888888"/>
              </a:buClr>
              <a:buSzPts val="1400"/>
              <a:buNone/>
              <a:defRPr sz="1400">
                <a:solidFill>
                  <a:srgbClr val="888888"/>
                </a:solidFill>
              </a:defRPr>
            </a:lvl3pPr>
            <a:lvl4pPr marL="1828800" indent="-228600" algn="l">
              <a:lnSpc>
                <a:spcPct val="90000"/>
              </a:lnSpc>
              <a:spcBef>
                <a:spcPts val="400"/>
              </a:spcBef>
              <a:spcAft>
                <a:spcPts val="0"/>
              </a:spcAft>
              <a:buClr>
                <a:srgbClr val="888888"/>
              </a:buClr>
              <a:buSzPts val="1200"/>
              <a:buNone/>
              <a:defRPr sz="1200">
                <a:solidFill>
                  <a:srgbClr val="888888"/>
                </a:solidFill>
              </a:defRPr>
            </a:lvl4pPr>
            <a:lvl5pPr marL="2286000" indent="-228600" algn="l">
              <a:lnSpc>
                <a:spcPct val="90000"/>
              </a:lnSpc>
              <a:spcBef>
                <a:spcPts val="400"/>
              </a:spcBef>
              <a:spcAft>
                <a:spcPts val="0"/>
              </a:spcAft>
              <a:buClr>
                <a:srgbClr val="888888"/>
              </a:buClr>
              <a:buSzPts val="1200"/>
              <a:buNone/>
              <a:defRPr sz="1200">
                <a:solidFill>
                  <a:srgbClr val="888888"/>
                </a:solidFill>
              </a:defRPr>
            </a:lvl5pPr>
            <a:lvl6pPr marL="2743200" indent="-228600" algn="l">
              <a:lnSpc>
                <a:spcPct val="90000"/>
              </a:lnSpc>
              <a:spcBef>
                <a:spcPts val="400"/>
              </a:spcBef>
              <a:spcAft>
                <a:spcPts val="0"/>
              </a:spcAft>
              <a:buClr>
                <a:srgbClr val="888888"/>
              </a:buClr>
              <a:buSzPts val="1200"/>
              <a:buNone/>
              <a:defRPr sz="1200">
                <a:solidFill>
                  <a:srgbClr val="888888"/>
                </a:solidFill>
              </a:defRPr>
            </a:lvl6pPr>
            <a:lvl7pPr marL="3200400" indent="-228600" algn="l">
              <a:lnSpc>
                <a:spcPct val="90000"/>
              </a:lnSpc>
              <a:spcBef>
                <a:spcPts val="400"/>
              </a:spcBef>
              <a:spcAft>
                <a:spcPts val="0"/>
              </a:spcAft>
              <a:buClr>
                <a:srgbClr val="888888"/>
              </a:buClr>
              <a:buSzPts val="1200"/>
              <a:buNone/>
              <a:defRPr sz="1200">
                <a:solidFill>
                  <a:srgbClr val="888888"/>
                </a:solidFill>
              </a:defRPr>
            </a:lvl7pPr>
            <a:lvl8pPr marL="3657600" indent="-228600" algn="l">
              <a:lnSpc>
                <a:spcPct val="90000"/>
              </a:lnSpc>
              <a:spcBef>
                <a:spcPts val="400"/>
              </a:spcBef>
              <a:spcAft>
                <a:spcPts val="0"/>
              </a:spcAft>
              <a:buClr>
                <a:srgbClr val="888888"/>
              </a:buClr>
              <a:buSzPts val="1200"/>
              <a:buNone/>
              <a:defRPr sz="1200">
                <a:solidFill>
                  <a:srgbClr val="888888"/>
                </a:solidFill>
              </a:defRPr>
            </a:lvl8pPr>
            <a:lvl9pPr marL="4114800" indent="-228600" algn="l">
              <a:lnSpc>
                <a:spcPct val="90000"/>
              </a:lnSpc>
              <a:spcBef>
                <a:spcPts val="400"/>
              </a:spcBef>
              <a:spcAft>
                <a:spcPts val="0"/>
              </a:spcAft>
              <a:buClr>
                <a:srgbClr val="888888"/>
              </a:buClr>
              <a:buSzPts val="1200"/>
              <a:buNone/>
              <a:defRPr sz="1200">
                <a:solidFill>
                  <a:srgbClr val="888888"/>
                </a:solidFill>
              </a:defRPr>
            </a:lvl9pPr>
          </a:lstStyle>
          <a:p xmlns:a="http://schemas.openxmlformats.org/drawingml/2006/main">
            <a:endParaRPr/>
          </a:p>
        </p:txBody>
      </p:sp>
      <p:sp>
        <p:nvSpPr>
          <p:cNvPr id="26" name="Google Shape;26;p4">
            <a:extLst xmlns:a="http://schemas.openxmlformats.org/drawingml/2006/main">
              <a:ext uri="{FF2B5EF4-FFF2-40B4-BE49-F238E27FC236}">
                <a16:creationId xmlns:a16="http://schemas.microsoft.com/office/drawing/2014/main" id="{91B6174D-FF1F-48D0-8DE5-8F12E454C41F}"/>
              </a:ext>
            </a:extLst>
          </p:cNvPr>
          <p:cNvSpPr>
            <a:spLocks xmlns:a="http://schemas.openxmlformats.org/drawingml/2006/main" noGrp="1"/>
          </p:cNvSpPr>
          <p:nvPr>
            <p:ph type="dt" idx="10"/>
          </p:nvPr>
        </p:nvSpPr>
        <p:spPr>
          <a:xfrm xmlns:a="http://schemas.openxmlformats.org/drawingml/2006/main">
            <a:off x="628650" y="4767263"/>
            <a:ext cx="2057400" cy="2739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68575" tIns="34275" rIns="68575" bIns="34275" anchor="ctr">
            <a:noAutofit/>
          </a:bodyPr>
          <a:lstStyle xmlns:a="http://schemas.openxmlformats.org/drawingml/2006/main">
            <a:lvl1pPr algn="l">
              <a:spcBef>
                <a:spcPts val="0"/>
              </a:spcBef>
              <a:spcAft>
                <a:spcPts val="0"/>
              </a:spcAft>
              <a:buSzPts val="1100"/>
              <a:buNone/>
              <a:defRPr/>
            </a:lvl1pPr>
            <a:lvl2pPr algn="l">
              <a:spcBef>
                <a:spcPts val="0"/>
              </a:spcBef>
              <a:spcAft>
                <a:spcPts val="0"/>
              </a:spcAft>
              <a:buSzPts val="1100"/>
              <a:buNone/>
              <a:defRPr/>
            </a:lvl2pPr>
            <a:lvl3pPr algn="l">
              <a:spcBef>
                <a:spcPts val="0"/>
              </a:spcBef>
              <a:spcAft>
                <a:spcPts val="0"/>
              </a:spcAft>
              <a:buSzPts val="1100"/>
              <a:buNone/>
              <a:defRPr/>
            </a:lvl3pPr>
            <a:lvl4pPr algn="l">
              <a:spcBef>
                <a:spcPts val="0"/>
              </a:spcBef>
              <a:spcAft>
                <a:spcPts val="0"/>
              </a:spcAft>
              <a:buSzPts val="1100"/>
              <a:buNone/>
              <a:defRPr/>
            </a:lvl4pPr>
            <a:lvl5pPr algn="l">
              <a:spcBef>
                <a:spcPts val="0"/>
              </a:spcBef>
              <a:spcAft>
                <a:spcPts val="0"/>
              </a:spcAft>
              <a:buSzPts val="1100"/>
              <a:buNone/>
              <a:defRPr/>
            </a:lvl5pPr>
            <a:lvl6pPr algn="l">
              <a:spcBef>
                <a:spcPts val="0"/>
              </a:spcBef>
              <a:spcAft>
                <a:spcPts val="0"/>
              </a:spcAft>
              <a:buSzPts val="1100"/>
              <a:buNone/>
              <a:defRPr/>
            </a:lvl6pPr>
            <a:lvl7pPr algn="l">
              <a:spcBef>
                <a:spcPts val="0"/>
              </a:spcBef>
              <a:spcAft>
                <a:spcPts val="0"/>
              </a:spcAft>
              <a:buSzPts val="1100"/>
              <a:buNone/>
              <a:defRPr/>
            </a:lvl7pPr>
            <a:lvl8pPr algn="l">
              <a:spcBef>
                <a:spcPts val="0"/>
              </a:spcBef>
              <a:spcAft>
                <a:spcPts val="0"/>
              </a:spcAft>
              <a:buSzPts val="1100"/>
              <a:buNone/>
              <a:defRPr/>
            </a:lvl8pPr>
            <a:lvl9pPr algn="l">
              <a:spcBef>
                <a:spcPts val="0"/>
              </a:spcBef>
              <a:spcAft>
                <a:spcPts val="0"/>
              </a:spcAft>
              <a:buSzPts val="1100"/>
              <a:buNone/>
              <a:defRPr/>
            </a:lvl9pPr>
          </a:lstStyle>
          <a:p xmlns:a="http://schemas.openxmlformats.org/drawingml/2006/main">
            <a:endParaRPr/>
          </a:p>
        </p:txBody>
      </p:sp>
      <p:sp>
        <p:nvSpPr>
          <p:cNvPr id="27" name="Google Shape;27;p4">
            <a:extLst xmlns:a="http://schemas.openxmlformats.org/drawingml/2006/main">
              <a:ext uri="{FF2B5EF4-FFF2-40B4-BE49-F238E27FC236}">
                <a16:creationId xmlns:a16="http://schemas.microsoft.com/office/drawing/2014/main" id="{B9702A8A-C276-4EE0-AD6E-348B572E2934}"/>
              </a:ext>
            </a:extLst>
          </p:cNvPr>
          <p:cNvSpPr>
            <a:spLocks xmlns:a="http://schemas.openxmlformats.org/drawingml/2006/main" noGrp="1"/>
          </p:cNvSpPr>
          <p:nvPr>
            <p:ph type="ftr" idx="11"/>
          </p:nvPr>
        </p:nvSpPr>
        <p:spPr>
          <a:xfrm xmlns:a="http://schemas.openxmlformats.org/drawingml/2006/main">
            <a:off x="3028950" y="4767263"/>
            <a:ext cx="3086100" cy="2739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68575" tIns="34275" rIns="68575" bIns="34275" anchor="ctr">
            <a:noAutofit/>
          </a:bodyPr>
          <a:lstStyle xmlns:a="http://schemas.openxmlformats.org/drawingml/2006/main">
            <a:lvl1pPr algn="ctr">
              <a:spcBef>
                <a:spcPts val="0"/>
              </a:spcBef>
              <a:spcAft>
                <a:spcPts val="0"/>
              </a:spcAft>
              <a:buSzPts val="1100"/>
              <a:buNone/>
              <a:defRPr/>
            </a:lvl1pPr>
            <a:lvl2pPr algn="l">
              <a:spcBef>
                <a:spcPts val="0"/>
              </a:spcBef>
              <a:spcAft>
                <a:spcPts val="0"/>
              </a:spcAft>
              <a:buSzPts val="1100"/>
              <a:buNone/>
              <a:defRPr/>
            </a:lvl2pPr>
            <a:lvl3pPr algn="l">
              <a:spcBef>
                <a:spcPts val="0"/>
              </a:spcBef>
              <a:spcAft>
                <a:spcPts val="0"/>
              </a:spcAft>
              <a:buSzPts val="1100"/>
              <a:buNone/>
              <a:defRPr/>
            </a:lvl3pPr>
            <a:lvl4pPr algn="l">
              <a:spcBef>
                <a:spcPts val="0"/>
              </a:spcBef>
              <a:spcAft>
                <a:spcPts val="0"/>
              </a:spcAft>
              <a:buSzPts val="1100"/>
              <a:buNone/>
              <a:defRPr/>
            </a:lvl4pPr>
            <a:lvl5pPr algn="l">
              <a:spcBef>
                <a:spcPts val="0"/>
              </a:spcBef>
              <a:spcAft>
                <a:spcPts val="0"/>
              </a:spcAft>
              <a:buSzPts val="1100"/>
              <a:buNone/>
              <a:defRPr/>
            </a:lvl5pPr>
            <a:lvl6pPr algn="l">
              <a:spcBef>
                <a:spcPts val="0"/>
              </a:spcBef>
              <a:spcAft>
                <a:spcPts val="0"/>
              </a:spcAft>
              <a:buSzPts val="1100"/>
              <a:buNone/>
              <a:defRPr/>
            </a:lvl6pPr>
            <a:lvl7pPr algn="l">
              <a:spcBef>
                <a:spcPts val="0"/>
              </a:spcBef>
              <a:spcAft>
                <a:spcPts val="0"/>
              </a:spcAft>
              <a:buSzPts val="1100"/>
              <a:buNone/>
              <a:defRPr/>
            </a:lvl7pPr>
            <a:lvl8pPr algn="l">
              <a:spcBef>
                <a:spcPts val="0"/>
              </a:spcBef>
              <a:spcAft>
                <a:spcPts val="0"/>
              </a:spcAft>
              <a:buSzPts val="1100"/>
              <a:buNone/>
              <a:defRPr/>
            </a:lvl8pPr>
            <a:lvl9pPr algn="l">
              <a:spcBef>
                <a:spcPts val="0"/>
              </a:spcBef>
              <a:spcAft>
                <a:spcPts val="0"/>
              </a:spcAft>
              <a:buSzPts val="1100"/>
              <a:buNone/>
              <a:defRPr/>
            </a:lvl9pPr>
          </a:lstStyle>
          <a:p xmlns:a="http://schemas.openxmlformats.org/drawingml/2006/main">
            <a:endParaRPr/>
          </a:p>
        </p:txBody>
      </p:sp>
      <p:sp>
        <p:nvSpPr>
          <p:cNvPr id="28" name="Google Shape;28;p4">
            <a:extLst xmlns:a="http://schemas.openxmlformats.org/drawingml/2006/main">
              <a:ext uri="{FF2B5EF4-FFF2-40B4-BE49-F238E27FC236}">
                <a16:creationId xmlns:a16="http://schemas.microsoft.com/office/drawing/2014/main" id="{6E7DA0D0-0A7A-40EC-9D19-E9C3BB37EFA4}"/>
              </a:ext>
            </a:extLst>
          </p:cNvPr>
          <p:cNvSpPr>
            <a:spLocks xmlns:a="http://schemas.openxmlformats.org/drawingml/2006/main" noGrp="1"/>
          </p:cNvSpPr>
          <p:nvPr>
            <p:ph type="sldNum" idx="12"/>
          </p:nvPr>
        </p:nvSpPr>
        <p:spPr>
          <a:xfrm xmlns:a="http://schemas.openxmlformats.org/drawingml/2006/main">
            <a:off x="6457950" y="4767263"/>
            <a:ext cx="2057400" cy="2739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68575" tIns="34275" rIns="68575" bIns="34275" anchor="ctr">
            <a:noAutofit/>
          </a:bodyPr>
          <a:lstStyle xmlns:a="http://schemas.openxmlformats.org/drawingml/2006/main">
            <a:lvl1pPr marL="0" indent="0" algn="r">
              <a:spcBef>
                <a:spcPts val="0"/>
              </a:spcBef>
              <a:buNone/>
              <a:defRPr/>
            </a:lvl1pPr>
            <a:lvl2pPr marL="0" indent="0" algn="r">
              <a:spcBef>
                <a:spcPts val="0"/>
              </a:spcBef>
              <a:buNone/>
              <a:defRPr/>
            </a:lvl2pPr>
            <a:lvl3pPr marL="0" indent="0" algn="r">
              <a:spcBef>
                <a:spcPts val="0"/>
              </a:spcBef>
              <a:buNone/>
              <a:defRPr/>
            </a:lvl3pPr>
            <a:lvl4pPr marL="0" indent="0" algn="r">
              <a:spcBef>
                <a:spcPts val="0"/>
              </a:spcBef>
              <a:buNone/>
              <a:defRPr/>
            </a:lvl4pPr>
            <a:lvl5pPr marL="0" indent="0" algn="r">
              <a:spcBef>
                <a:spcPts val="0"/>
              </a:spcBef>
              <a:buNone/>
              <a:defRPr/>
            </a:lvl5pPr>
            <a:lvl6pPr marL="0" indent="0" algn="r">
              <a:spcBef>
                <a:spcPts val="0"/>
              </a:spcBef>
              <a:buNone/>
              <a:defRPr/>
            </a:lvl6pPr>
            <a:lvl7pPr marL="0" indent="0" algn="r">
              <a:spcBef>
                <a:spcPts val="0"/>
              </a:spcBef>
              <a:buNone/>
              <a:defRPr/>
            </a:lvl7pPr>
            <a:lvl8pPr marL="0" indent="0" algn="r">
              <a:spcBef>
                <a:spcPts val="0"/>
              </a:spcBef>
              <a:buNone/>
              <a:defRPr/>
            </a:lvl8pPr>
            <a:lvl9pPr marL="0" indent="0" algn="r">
              <a:spcBef>
                <a:spcPts val="0"/>
              </a:spcBef>
              <a:buNone/>
              <a:defRPr/>
            </a:lvl9pPr>
          </a:lstStyle>
          <a:p xmlns:a="http://schemas.openxmlformats.org/drawingml/2006/main">
            <a:pPr marL="0" lvl="0" indent="0" algn="r">
              <a:spcBef>
                <a:spcPts val="0"/>
              </a:spcBef>
              <a:spcAft>
                <a:spcPts val="0"/>
              </a:spcAft>
              <a:buNone/>
            </a:pPr>
            <a:fld id="{00000000-1234-1234-1234-123412341234}" type="slidenum">
              <a:t>‹#›</a:t>
            </a:fld>
            <a:endParaRPr/>
          </a:p>
        </p:txBody>
      </p:sp>
    </p:spTree>
  </p:cSld>
</p:sldLayout>
</file>

<file path=ppt/slideLayouts/slideLayout4.xml><?xml version="1.0" encoding="utf-8"?>
<p:sldLayout xmlns:p="http://schemas.openxmlformats.org/presentationml/2006/main" matchingName="Two Content" type="twoObj">
  <p:cSld name="TWO_OBJECTS">
    <p:spTree>
      <p:nvGrpSpPr>
        <p:cNvPr id="1" name=""/>
        <p:cNvGrpSpPr/>
        <p:nvPr/>
      </p:nvGrpSpPr>
      <p:grpSpPr>
        <a:xfrm xmlns:a="http://schemas.openxmlformats.org/drawingml/2006/main"/>
      </p:grpSpPr>
      <p:sp>
        <p:nvSpPr>
          <p:cNvPr id="30" name="Google Shape;30;p5">
            <a:extLst xmlns:a="http://schemas.openxmlformats.org/drawingml/2006/main">
              <a:ext uri="{FF2B5EF4-FFF2-40B4-BE49-F238E27FC236}">
                <a16:creationId xmlns:a16="http://schemas.microsoft.com/office/drawing/2014/main" id="{C978BA93-39B3-44F3-B9CE-1FB0B4F9587F}"/>
              </a:ext>
            </a:extLst>
          </p:cNvPr>
          <p:cNvSpPr>
            <a:spLocks xmlns:a="http://schemas.openxmlformats.org/drawingml/2006/main" noGrp="1"/>
          </p:cNvSpPr>
          <p:nvPr>
            <p:ph type="title" idx="0"/>
          </p:nvPr>
        </p:nvSpPr>
        <p:spPr>
          <a:xfrm xmlns:a="http://schemas.openxmlformats.org/drawingml/2006/main">
            <a:off x="628650" y="273844"/>
            <a:ext cx="7886700" cy="9942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68575" tIns="34275" rIns="68575" bIns="34275" anchor="ctr">
            <a:normAutofit/>
          </a:bodyPr>
          <a:lstStyle xmlns:a="http://schemas.openxmlformats.org/drawingml/2006/main">
            <a:lvl1pPr algn="l">
              <a:lnSpc>
                <a:spcPct val="90000"/>
              </a:lnSpc>
              <a:spcBef>
                <a:spcPts val="0"/>
              </a:spcBef>
              <a:spcAft>
                <a:spcPts val="0"/>
              </a:spcAft>
              <a:buClr>
                <a:schemeClr val="dk1"/>
              </a:buClr>
              <a:buSzPts val="1400"/>
              <a:buNone/>
              <a:defRPr/>
            </a:lvl1pPr>
            <a:lvl2pPr>
              <a:spcBef>
                <a:spcPts val="0"/>
              </a:spcBef>
              <a:spcAft>
                <a:spcPts val="0"/>
              </a:spcAft>
              <a:buSzPts val="1100"/>
              <a:buNone/>
              <a:defRPr/>
            </a:lvl2pPr>
            <a:lvl3pPr>
              <a:spcBef>
                <a:spcPts val="0"/>
              </a:spcBef>
              <a:spcAft>
                <a:spcPts val="0"/>
              </a:spcAft>
              <a:buSzPts val="1100"/>
              <a:buNone/>
              <a:defRPr/>
            </a:lvl3pPr>
            <a:lvl4pPr>
              <a:spcBef>
                <a:spcPts val="0"/>
              </a:spcBef>
              <a:spcAft>
                <a:spcPts val="0"/>
              </a:spcAft>
              <a:buSzPts val="1100"/>
              <a:buNone/>
              <a:defRPr/>
            </a:lvl4pPr>
            <a:lvl5pPr>
              <a:spcBef>
                <a:spcPts val="0"/>
              </a:spcBef>
              <a:spcAft>
                <a:spcPts val="0"/>
              </a:spcAft>
              <a:buSzPts val="1100"/>
              <a:buNone/>
              <a:defRPr/>
            </a:lvl5pPr>
            <a:lvl6pPr>
              <a:spcBef>
                <a:spcPts val="0"/>
              </a:spcBef>
              <a:spcAft>
                <a:spcPts val="0"/>
              </a:spcAft>
              <a:buSzPts val="1100"/>
              <a:buNone/>
              <a:defRPr/>
            </a:lvl6pPr>
            <a:lvl7pPr>
              <a:spcBef>
                <a:spcPts val="0"/>
              </a:spcBef>
              <a:spcAft>
                <a:spcPts val="0"/>
              </a:spcAft>
              <a:buSzPts val="1100"/>
              <a:buNone/>
              <a:defRPr/>
            </a:lvl7pPr>
            <a:lvl8pPr>
              <a:spcBef>
                <a:spcPts val="0"/>
              </a:spcBef>
              <a:spcAft>
                <a:spcPts val="0"/>
              </a:spcAft>
              <a:buSzPts val="1100"/>
              <a:buNone/>
              <a:defRPr/>
            </a:lvl8pPr>
            <a:lvl9pPr>
              <a:spcBef>
                <a:spcPts val="0"/>
              </a:spcBef>
              <a:spcAft>
                <a:spcPts val="0"/>
              </a:spcAft>
              <a:buSzPts val="1100"/>
              <a:buNone/>
              <a:defRPr/>
            </a:lvl9pPr>
          </a:lstStyle>
          <a:p xmlns:a="http://schemas.openxmlformats.org/drawingml/2006/main">
            <a:endParaRPr/>
          </a:p>
        </p:txBody>
      </p:sp>
      <p:sp>
        <p:nvSpPr>
          <p:cNvPr id="31" name="Google Shape;31;p5">
            <a:extLst xmlns:a="http://schemas.openxmlformats.org/drawingml/2006/main">
              <a:ext uri="{FF2B5EF4-FFF2-40B4-BE49-F238E27FC236}">
                <a16:creationId xmlns:a16="http://schemas.microsoft.com/office/drawing/2014/main" id="{7AB97FEC-3BFD-4174-A86F-6058CEF4809B}"/>
              </a:ext>
            </a:extLst>
          </p:cNvPr>
          <p:cNvSpPr>
            <a:spLocks xmlns:a="http://schemas.openxmlformats.org/drawingml/2006/main" noGrp="1"/>
          </p:cNvSpPr>
          <p:nvPr>
            <p:ph type="body" idx="1"/>
          </p:nvPr>
        </p:nvSpPr>
        <p:spPr>
          <a:xfrm xmlns:a="http://schemas.openxmlformats.org/drawingml/2006/main">
            <a:off x="628650" y="1369219"/>
            <a:ext cx="3886200" cy="32634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68575" tIns="34275" rIns="68575" bIns="34275" anchor="t">
            <a:normAutofit/>
          </a:bodyPr>
          <a:lstStyle xmlns:a="http://schemas.openxmlformats.org/drawingml/2006/main">
            <a:lvl1pPr marL="457200" indent="-317500" algn="l">
              <a:lnSpc>
                <a:spcPct val="90000"/>
              </a:lnSpc>
              <a:spcBef>
                <a:spcPts val="800"/>
              </a:spcBef>
              <a:spcAft>
                <a:spcPts val="0"/>
              </a:spcAft>
              <a:buClr>
                <a:schemeClr val="dk1"/>
              </a:buClr>
              <a:buSzPts val="1400"/>
              <a:buChar char="•"/>
              <a:defRPr/>
            </a:lvl1pPr>
            <a:lvl2pPr marL="914400" indent="-317500" algn="l">
              <a:lnSpc>
                <a:spcPct val="90000"/>
              </a:lnSpc>
              <a:spcBef>
                <a:spcPts val="400"/>
              </a:spcBef>
              <a:spcAft>
                <a:spcPts val="0"/>
              </a:spcAft>
              <a:buClr>
                <a:schemeClr val="dk1"/>
              </a:buClr>
              <a:buSzPts val="1400"/>
              <a:buChar char="•"/>
              <a:defRPr/>
            </a:lvl2pPr>
            <a:lvl3pPr marL="1371600" indent="-317500" algn="l">
              <a:lnSpc>
                <a:spcPct val="90000"/>
              </a:lnSpc>
              <a:spcBef>
                <a:spcPts val="400"/>
              </a:spcBef>
              <a:spcAft>
                <a:spcPts val="0"/>
              </a:spcAft>
              <a:buClr>
                <a:schemeClr val="dk1"/>
              </a:buClr>
              <a:buSzPts val="1400"/>
              <a:buChar char="•"/>
              <a:defRPr/>
            </a:lvl3pPr>
            <a:lvl4pPr marL="1828800" indent="-317500" algn="l">
              <a:lnSpc>
                <a:spcPct val="90000"/>
              </a:lnSpc>
              <a:spcBef>
                <a:spcPts val="400"/>
              </a:spcBef>
              <a:spcAft>
                <a:spcPts val="0"/>
              </a:spcAft>
              <a:buClr>
                <a:schemeClr val="dk1"/>
              </a:buClr>
              <a:buSzPts val="1400"/>
              <a:buChar char="•"/>
              <a:defRPr/>
            </a:lvl4pPr>
            <a:lvl5pPr marL="2286000" indent="-317500" algn="l">
              <a:lnSpc>
                <a:spcPct val="90000"/>
              </a:lnSpc>
              <a:spcBef>
                <a:spcPts val="400"/>
              </a:spcBef>
              <a:spcAft>
                <a:spcPts val="0"/>
              </a:spcAft>
              <a:buClr>
                <a:schemeClr val="dk1"/>
              </a:buClr>
              <a:buSzPts val="1400"/>
              <a:buChar char="•"/>
              <a:defRPr/>
            </a:lvl5pPr>
            <a:lvl6pPr marL="2743200" indent="-317500" algn="l">
              <a:lnSpc>
                <a:spcPct val="90000"/>
              </a:lnSpc>
              <a:spcBef>
                <a:spcPts val="400"/>
              </a:spcBef>
              <a:spcAft>
                <a:spcPts val="0"/>
              </a:spcAft>
              <a:buClr>
                <a:schemeClr val="dk1"/>
              </a:buClr>
              <a:buSzPts val="1400"/>
              <a:buChar char="•"/>
              <a:defRPr/>
            </a:lvl6pPr>
            <a:lvl7pPr marL="3200400" indent="-317500" algn="l">
              <a:lnSpc>
                <a:spcPct val="90000"/>
              </a:lnSpc>
              <a:spcBef>
                <a:spcPts val="400"/>
              </a:spcBef>
              <a:spcAft>
                <a:spcPts val="0"/>
              </a:spcAft>
              <a:buClr>
                <a:schemeClr val="dk1"/>
              </a:buClr>
              <a:buSzPts val="1400"/>
              <a:buChar char="•"/>
              <a:defRPr/>
            </a:lvl7pPr>
            <a:lvl8pPr marL="3657600" indent="-317500" algn="l">
              <a:lnSpc>
                <a:spcPct val="90000"/>
              </a:lnSpc>
              <a:spcBef>
                <a:spcPts val="400"/>
              </a:spcBef>
              <a:spcAft>
                <a:spcPts val="0"/>
              </a:spcAft>
              <a:buClr>
                <a:schemeClr val="dk1"/>
              </a:buClr>
              <a:buSzPts val="1400"/>
              <a:buChar char="•"/>
              <a:defRPr/>
            </a:lvl8pPr>
            <a:lvl9pPr marL="4114800" indent="-317500" algn="l">
              <a:lnSpc>
                <a:spcPct val="90000"/>
              </a:lnSpc>
              <a:spcBef>
                <a:spcPts val="400"/>
              </a:spcBef>
              <a:spcAft>
                <a:spcPts val="0"/>
              </a:spcAft>
              <a:buClr>
                <a:schemeClr val="dk1"/>
              </a:buClr>
              <a:buSzPts val="1400"/>
              <a:buChar char="•"/>
              <a:defRPr/>
            </a:lvl9pPr>
          </a:lstStyle>
          <a:p xmlns:a="http://schemas.openxmlformats.org/drawingml/2006/main">
            <a:endParaRPr/>
          </a:p>
        </p:txBody>
      </p:sp>
      <p:sp>
        <p:nvSpPr>
          <p:cNvPr id="32" name="Google Shape;32;p5">
            <a:extLst xmlns:a="http://schemas.openxmlformats.org/drawingml/2006/main">
              <a:ext uri="{FF2B5EF4-FFF2-40B4-BE49-F238E27FC236}">
                <a16:creationId xmlns:a16="http://schemas.microsoft.com/office/drawing/2014/main" id="{D93AA89C-DBAA-4296-A4A9-CE671EEF68FC}"/>
              </a:ext>
            </a:extLst>
          </p:cNvPr>
          <p:cNvSpPr>
            <a:spLocks xmlns:a="http://schemas.openxmlformats.org/drawingml/2006/main" noGrp="1"/>
          </p:cNvSpPr>
          <p:nvPr>
            <p:ph type="body" idx="2"/>
          </p:nvPr>
        </p:nvSpPr>
        <p:spPr>
          <a:xfrm xmlns:a="http://schemas.openxmlformats.org/drawingml/2006/main">
            <a:off x="4629150" y="1369219"/>
            <a:ext cx="3886200" cy="32634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68575" tIns="34275" rIns="68575" bIns="34275" anchor="t">
            <a:normAutofit/>
          </a:bodyPr>
          <a:lstStyle xmlns:a="http://schemas.openxmlformats.org/drawingml/2006/main">
            <a:lvl1pPr marL="457200" indent="-317500" algn="l">
              <a:lnSpc>
                <a:spcPct val="90000"/>
              </a:lnSpc>
              <a:spcBef>
                <a:spcPts val="800"/>
              </a:spcBef>
              <a:spcAft>
                <a:spcPts val="0"/>
              </a:spcAft>
              <a:buClr>
                <a:schemeClr val="dk1"/>
              </a:buClr>
              <a:buSzPts val="1400"/>
              <a:buChar char="•"/>
              <a:defRPr/>
            </a:lvl1pPr>
            <a:lvl2pPr marL="914400" indent="-317500" algn="l">
              <a:lnSpc>
                <a:spcPct val="90000"/>
              </a:lnSpc>
              <a:spcBef>
                <a:spcPts val="400"/>
              </a:spcBef>
              <a:spcAft>
                <a:spcPts val="0"/>
              </a:spcAft>
              <a:buClr>
                <a:schemeClr val="dk1"/>
              </a:buClr>
              <a:buSzPts val="1400"/>
              <a:buChar char="•"/>
              <a:defRPr/>
            </a:lvl2pPr>
            <a:lvl3pPr marL="1371600" indent="-317500" algn="l">
              <a:lnSpc>
                <a:spcPct val="90000"/>
              </a:lnSpc>
              <a:spcBef>
                <a:spcPts val="400"/>
              </a:spcBef>
              <a:spcAft>
                <a:spcPts val="0"/>
              </a:spcAft>
              <a:buClr>
                <a:schemeClr val="dk1"/>
              </a:buClr>
              <a:buSzPts val="1400"/>
              <a:buChar char="•"/>
              <a:defRPr/>
            </a:lvl3pPr>
            <a:lvl4pPr marL="1828800" indent="-317500" algn="l">
              <a:lnSpc>
                <a:spcPct val="90000"/>
              </a:lnSpc>
              <a:spcBef>
                <a:spcPts val="400"/>
              </a:spcBef>
              <a:spcAft>
                <a:spcPts val="0"/>
              </a:spcAft>
              <a:buClr>
                <a:schemeClr val="dk1"/>
              </a:buClr>
              <a:buSzPts val="1400"/>
              <a:buChar char="•"/>
              <a:defRPr/>
            </a:lvl4pPr>
            <a:lvl5pPr marL="2286000" indent="-317500" algn="l">
              <a:lnSpc>
                <a:spcPct val="90000"/>
              </a:lnSpc>
              <a:spcBef>
                <a:spcPts val="400"/>
              </a:spcBef>
              <a:spcAft>
                <a:spcPts val="0"/>
              </a:spcAft>
              <a:buClr>
                <a:schemeClr val="dk1"/>
              </a:buClr>
              <a:buSzPts val="1400"/>
              <a:buChar char="•"/>
              <a:defRPr/>
            </a:lvl5pPr>
            <a:lvl6pPr marL="2743200" indent="-317500" algn="l">
              <a:lnSpc>
                <a:spcPct val="90000"/>
              </a:lnSpc>
              <a:spcBef>
                <a:spcPts val="400"/>
              </a:spcBef>
              <a:spcAft>
                <a:spcPts val="0"/>
              </a:spcAft>
              <a:buClr>
                <a:schemeClr val="dk1"/>
              </a:buClr>
              <a:buSzPts val="1400"/>
              <a:buChar char="•"/>
              <a:defRPr/>
            </a:lvl6pPr>
            <a:lvl7pPr marL="3200400" indent="-317500" algn="l">
              <a:lnSpc>
                <a:spcPct val="90000"/>
              </a:lnSpc>
              <a:spcBef>
                <a:spcPts val="400"/>
              </a:spcBef>
              <a:spcAft>
                <a:spcPts val="0"/>
              </a:spcAft>
              <a:buClr>
                <a:schemeClr val="dk1"/>
              </a:buClr>
              <a:buSzPts val="1400"/>
              <a:buChar char="•"/>
              <a:defRPr/>
            </a:lvl7pPr>
            <a:lvl8pPr marL="3657600" indent="-317500" algn="l">
              <a:lnSpc>
                <a:spcPct val="90000"/>
              </a:lnSpc>
              <a:spcBef>
                <a:spcPts val="400"/>
              </a:spcBef>
              <a:spcAft>
                <a:spcPts val="0"/>
              </a:spcAft>
              <a:buClr>
                <a:schemeClr val="dk1"/>
              </a:buClr>
              <a:buSzPts val="1400"/>
              <a:buChar char="•"/>
              <a:defRPr/>
            </a:lvl8pPr>
            <a:lvl9pPr marL="4114800" indent="-317500" algn="l">
              <a:lnSpc>
                <a:spcPct val="90000"/>
              </a:lnSpc>
              <a:spcBef>
                <a:spcPts val="400"/>
              </a:spcBef>
              <a:spcAft>
                <a:spcPts val="0"/>
              </a:spcAft>
              <a:buClr>
                <a:schemeClr val="dk1"/>
              </a:buClr>
              <a:buSzPts val="1400"/>
              <a:buChar char="•"/>
              <a:defRPr/>
            </a:lvl9pPr>
          </a:lstStyle>
          <a:p xmlns:a="http://schemas.openxmlformats.org/drawingml/2006/main">
            <a:endParaRPr/>
          </a:p>
        </p:txBody>
      </p:sp>
      <p:sp>
        <p:nvSpPr>
          <p:cNvPr id="33" name="Google Shape;33;p5">
            <a:extLst xmlns:a="http://schemas.openxmlformats.org/drawingml/2006/main">
              <a:ext uri="{FF2B5EF4-FFF2-40B4-BE49-F238E27FC236}">
                <a16:creationId xmlns:a16="http://schemas.microsoft.com/office/drawing/2014/main" id="{79265BF3-D31F-46DB-B312-12277304D574}"/>
              </a:ext>
            </a:extLst>
          </p:cNvPr>
          <p:cNvSpPr>
            <a:spLocks xmlns:a="http://schemas.openxmlformats.org/drawingml/2006/main" noGrp="1"/>
          </p:cNvSpPr>
          <p:nvPr>
            <p:ph type="dt" idx="10"/>
          </p:nvPr>
        </p:nvSpPr>
        <p:spPr>
          <a:xfrm xmlns:a="http://schemas.openxmlformats.org/drawingml/2006/main">
            <a:off x="628650" y="4767263"/>
            <a:ext cx="2057400" cy="2739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68575" tIns="34275" rIns="68575" bIns="34275" anchor="ctr">
            <a:noAutofit/>
          </a:bodyPr>
          <a:lstStyle xmlns:a="http://schemas.openxmlformats.org/drawingml/2006/main">
            <a:lvl1pPr algn="l">
              <a:spcBef>
                <a:spcPts val="0"/>
              </a:spcBef>
              <a:spcAft>
                <a:spcPts val="0"/>
              </a:spcAft>
              <a:buSzPts val="1100"/>
              <a:buNone/>
              <a:defRPr/>
            </a:lvl1pPr>
            <a:lvl2pPr algn="l">
              <a:spcBef>
                <a:spcPts val="0"/>
              </a:spcBef>
              <a:spcAft>
                <a:spcPts val="0"/>
              </a:spcAft>
              <a:buSzPts val="1100"/>
              <a:buNone/>
              <a:defRPr/>
            </a:lvl2pPr>
            <a:lvl3pPr algn="l">
              <a:spcBef>
                <a:spcPts val="0"/>
              </a:spcBef>
              <a:spcAft>
                <a:spcPts val="0"/>
              </a:spcAft>
              <a:buSzPts val="1100"/>
              <a:buNone/>
              <a:defRPr/>
            </a:lvl3pPr>
            <a:lvl4pPr algn="l">
              <a:spcBef>
                <a:spcPts val="0"/>
              </a:spcBef>
              <a:spcAft>
                <a:spcPts val="0"/>
              </a:spcAft>
              <a:buSzPts val="1100"/>
              <a:buNone/>
              <a:defRPr/>
            </a:lvl4pPr>
            <a:lvl5pPr algn="l">
              <a:spcBef>
                <a:spcPts val="0"/>
              </a:spcBef>
              <a:spcAft>
                <a:spcPts val="0"/>
              </a:spcAft>
              <a:buSzPts val="1100"/>
              <a:buNone/>
              <a:defRPr/>
            </a:lvl5pPr>
            <a:lvl6pPr algn="l">
              <a:spcBef>
                <a:spcPts val="0"/>
              </a:spcBef>
              <a:spcAft>
                <a:spcPts val="0"/>
              </a:spcAft>
              <a:buSzPts val="1100"/>
              <a:buNone/>
              <a:defRPr/>
            </a:lvl6pPr>
            <a:lvl7pPr algn="l">
              <a:spcBef>
                <a:spcPts val="0"/>
              </a:spcBef>
              <a:spcAft>
                <a:spcPts val="0"/>
              </a:spcAft>
              <a:buSzPts val="1100"/>
              <a:buNone/>
              <a:defRPr/>
            </a:lvl7pPr>
            <a:lvl8pPr algn="l">
              <a:spcBef>
                <a:spcPts val="0"/>
              </a:spcBef>
              <a:spcAft>
                <a:spcPts val="0"/>
              </a:spcAft>
              <a:buSzPts val="1100"/>
              <a:buNone/>
              <a:defRPr/>
            </a:lvl8pPr>
            <a:lvl9pPr algn="l">
              <a:spcBef>
                <a:spcPts val="0"/>
              </a:spcBef>
              <a:spcAft>
                <a:spcPts val="0"/>
              </a:spcAft>
              <a:buSzPts val="1100"/>
              <a:buNone/>
              <a:defRPr/>
            </a:lvl9pPr>
          </a:lstStyle>
          <a:p xmlns:a="http://schemas.openxmlformats.org/drawingml/2006/main">
            <a:endParaRPr/>
          </a:p>
        </p:txBody>
      </p:sp>
      <p:sp>
        <p:nvSpPr>
          <p:cNvPr id="34" name="Google Shape;34;p5">
            <a:extLst xmlns:a="http://schemas.openxmlformats.org/drawingml/2006/main">
              <a:ext uri="{FF2B5EF4-FFF2-40B4-BE49-F238E27FC236}">
                <a16:creationId xmlns:a16="http://schemas.microsoft.com/office/drawing/2014/main" id="{F4065C0C-2145-434B-BBB3-DC2CA9570486}"/>
              </a:ext>
            </a:extLst>
          </p:cNvPr>
          <p:cNvSpPr>
            <a:spLocks xmlns:a="http://schemas.openxmlformats.org/drawingml/2006/main" noGrp="1"/>
          </p:cNvSpPr>
          <p:nvPr>
            <p:ph type="ftr" idx="11"/>
          </p:nvPr>
        </p:nvSpPr>
        <p:spPr>
          <a:xfrm xmlns:a="http://schemas.openxmlformats.org/drawingml/2006/main">
            <a:off x="3028950" y="4767263"/>
            <a:ext cx="3086100" cy="2739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68575" tIns="34275" rIns="68575" bIns="34275" anchor="ctr">
            <a:noAutofit/>
          </a:bodyPr>
          <a:lstStyle xmlns:a="http://schemas.openxmlformats.org/drawingml/2006/main">
            <a:lvl1pPr algn="ctr">
              <a:spcBef>
                <a:spcPts val="0"/>
              </a:spcBef>
              <a:spcAft>
                <a:spcPts val="0"/>
              </a:spcAft>
              <a:buSzPts val="1100"/>
              <a:buNone/>
              <a:defRPr/>
            </a:lvl1pPr>
            <a:lvl2pPr algn="l">
              <a:spcBef>
                <a:spcPts val="0"/>
              </a:spcBef>
              <a:spcAft>
                <a:spcPts val="0"/>
              </a:spcAft>
              <a:buSzPts val="1100"/>
              <a:buNone/>
              <a:defRPr/>
            </a:lvl2pPr>
            <a:lvl3pPr algn="l">
              <a:spcBef>
                <a:spcPts val="0"/>
              </a:spcBef>
              <a:spcAft>
                <a:spcPts val="0"/>
              </a:spcAft>
              <a:buSzPts val="1100"/>
              <a:buNone/>
              <a:defRPr/>
            </a:lvl3pPr>
            <a:lvl4pPr algn="l">
              <a:spcBef>
                <a:spcPts val="0"/>
              </a:spcBef>
              <a:spcAft>
                <a:spcPts val="0"/>
              </a:spcAft>
              <a:buSzPts val="1100"/>
              <a:buNone/>
              <a:defRPr/>
            </a:lvl4pPr>
            <a:lvl5pPr algn="l">
              <a:spcBef>
                <a:spcPts val="0"/>
              </a:spcBef>
              <a:spcAft>
                <a:spcPts val="0"/>
              </a:spcAft>
              <a:buSzPts val="1100"/>
              <a:buNone/>
              <a:defRPr/>
            </a:lvl5pPr>
            <a:lvl6pPr algn="l">
              <a:spcBef>
                <a:spcPts val="0"/>
              </a:spcBef>
              <a:spcAft>
                <a:spcPts val="0"/>
              </a:spcAft>
              <a:buSzPts val="1100"/>
              <a:buNone/>
              <a:defRPr/>
            </a:lvl6pPr>
            <a:lvl7pPr algn="l">
              <a:spcBef>
                <a:spcPts val="0"/>
              </a:spcBef>
              <a:spcAft>
                <a:spcPts val="0"/>
              </a:spcAft>
              <a:buSzPts val="1100"/>
              <a:buNone/>
              <a:defRPr/>
            </a:lvl7pPr>
            <a:lvl8pPr algn="l">
              <a:spcBef>
                <a:spcPts val="0"/>
              </a:spcBef>
              <a:spcAft>
                <a:spcPts val="0"/>
              </a:spcAft>
              <a:buSzPts val="1100"/>
              <a:buNone/>
              <a:defRPr/>
            </a:lvl8pPr>
            <a:lvl9pPr algn="l">
              <a:spcBef>
                <a:spcPts val="0"/>
              </a:spcBef>
              <a:spcAft>
                <a:spcPts val="0"/>
              </a:spcAft>
              <a:buSzPts val="1100"/>
              <a:buNone/>
              <a:defRPr/>
            </a:lvl9pPr>
          </a:lstStyle>
          <a:p xmlns:a="http://schemas.openxmlformats.org/drawingml/2006/main">
            <a:endParaRPr/>
          </a:p>
        </p:txBody>
      </p:sp>
      <p:sp>
        <p:nvSpPr>
          <p:cNvPr id="35" name="Google Shape;35;p5">
            <a:extLst xmlns:a="http://schemas.openxmlformats.org/drawingml/2006/main">
              <a:ext uri="{FF2B5EF4-FFF2-40B4-BE49-F238E27FC236}">
                <a16:creationId xmlns:a16="http://schemas.microsoft.com/office/drawing/2014/main" id="{F0EB05E8-1A57-4519-B9D4-EEA774833B1E}"/>
              </a:ext>
            </a:extLst>
          </p:cNvPr>
          <p:cNvSpPr>
            <a:spLocks xmlns:a="http://schemas.openxmlformats.org/drawingml/2006/main" noGrp="1"/>
          </p:cNvSpPr>
          <p:nvPr>
            <p:ph type="sldNum" idx="12"/>
          </p:nvPr>
        </p:nvSpPr>
        <p:spPr>
          <a:xfrm xmlns:a="http://schemas.openxmlformats.org/drawingml/2006/main">
            <a:off x="6457950" y="4767263"/>
            <a:ext cx="2057400" cy="2739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68575" tIns="34275" rIns="68575" bIns="34275" anchor="ctr">
            <a:noAutofit/>
          </a:bodyPr>
          <a:lstStyle xmlns:a="http://schemas.openxmlformats.org/drawingml/2006/main">
            <a:lvl1pPr marL="0" indent="0" algn="r">
              <a:spcBef>
                <a:spcPts val="0"/>
              </a:spcBef>
              <a:buNone/>
              <a:defRPr/>
            </a:lvl1pPr>
            <a:lvl2pPr marL="0" indent="0" algn="r">
              <a:spcBef>
                <a:spcPts val="0"/>
              </a:spcBef>
              <a:buNone/>
              <a:defRPr/>
            </a:lvl2pPr>
            <a:lvl3pPr marL="0" indent="0" algn="r">
              <a:spcBef>
                <a:spcPts val="0"/>
              </a:spcBef>
              <a:buNone/>
              <a:defRPr/>
            </a:lvl3pPr>
            <a:lvl4pPr marL="0" indent="0" algn="r">
              <a:spcBef>
                <a:spcPts val="0"/>
              </a:spcBef>
              <a:buNone/>
              <a:defRPr/>
            </a:lvl4pPr>
            <a:lvl5pPr marL="0" indent="0" algn="r">
              <a:spcBef>
                <a:spcPts val="0"/>
              </a:spcBef>
              <a:buNone/>
              <a:defRPr/>
            </a:lvl5pPr>
            <a:lvl6pPr marL="0" indent="0" algn="r">
              <a:spcBef>
                <a:spcPts val="0"/>
              </a:spcBef>
              <a:buNone/>
              <a:defRPr/>
            </a:lvl6pPr>
            <a:lvl7pPr marL="0" indent="0" algn="r">
              <a:spcBef>
                <a:spcPts val="0"/>
              </a:spcBef>
              <a:buNone/>
              <a:defRPr/>
            </a:lvl7pPr>
            <a:lvl8pPr marL="0" indent="0" algn="r">
              <a:spcBef>
                <a:spcPts val="0"/>
              </a:spcBef>
              <a:buNone/>
              <a:defRPr/>
            </a:lvl8pPr>
            <a:lvl9pPr marL="0" indent="0" algn="r">
              <a:spcBef>
                <a:spcPts val="0"/>
              </a:spcBef>
              <a:buNone/>
              <a:defRPr/>
            </a:lvl9pPr>
          </a:lstStyle>
          <a:p xmlns:a="http://schemas.openxmlformats.org/drawingml/2006/main">
            <a:pPr marL="0" lvl="0" indent="0" algn="r">
              <a:spcBef>
                <a:spcPts val="0"/>
              </a:spcBef>
              <a:spcAft>
                <a:spcPts val="0"/>
              </a:spcAft>
              <a:buNone/>
            </a:pPr>
            <a:fld id="{00000000-1234-1234-1234-123412341234}" type="slidenum">
              <a:t>‹#›</a:t>
            </a:fld>
            <a:endParaRPr/>
          </a:p>
        </p:txBody>
      </p:sp>
    </p:spTree>
  </p:cSld>
</p:sldLayout>
</file>

<file path=ppt/slideLayouts/slideLayout5.xml><?xml version="1.0" encoding="utf-8"?>
<p:sldLayout xmlns:p="http://schemas.openxmlformats.org/presentationml/2006/main" matchingName="Comparison" type="twoTxTwoObj">
  <p:cSld name="TWO_OBJECTS_WITH_TEXT">
    <p:spTree>
      <p:nvGrpSpPr>
        <p:cNvPr id="1" name=""/>
        <p:cNvGrpSpPr/>
        <p:nvPr/>
      </p:nvGrpSpPr>
      <p:grpSpPr>
        <a:xfrm xmlns:a="http://schemas.openxmlformats.org/drawingml/2006/main"/>
      </p:grpSpPr>
      <p:sp>
        <p:nvSpPr>
          <p:cNvPr id="37" name="Google Shape;37;p6">
            <a:extLst xmlns:a="http://schemas.openxmlformats.org/drawingml/2006/main">
              <a:ext uri="{FF2B5EF4-FFF2-40B4-BE49-F238E27FC236}">
                <a16:creationId xmlns:a16="http://schemas.microsoft.com/office/drawing/2014/main" id="{3165BFA9-7A67-45A7-BB89-542C0A21E6D4}"/>
              </a:ext>
            </a:extLst>
          </p:cNvPr>
          <p:cNvSpPr>
            <a:spLocks xmlns:a="http://schemas.openxmlformats.org/drawingml/2006/main" noGrp="1"/>
          </p:cNvSpPr>
          <p:nvPr>
            <p:ph type="title" idx="0"/>
          </p:nvPr>
        </p:nvSpPr>
        <p:spPr>
          <a:xfrm xmlns:a="http://schemas.openxmlformats.org/drawingml/2006/main">
            <a:off x="629841" y="273844"/>
            <a:ext cx="7886700" cy="9942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68575" tIns="34275" rIns="68575" bIns="34275" anchor="ctr">
            <a:normAutofit/>
          </a:bodyPr>
          <a:lstStyle xmlns:a="http://schemas.openxmlformats.org/drawingml/2006/main">
            <a:lvl1pPr algn="l">
              <a:lnSpc>
                <a:spcPct val="90000"/>
              </a:lnSpc>
              <a:spcBef>
                <a:spcPts val="0"/>
              </a:spcBef>
              <a:spcAft>
                <a:spcPts val="0"/>
              </a:spcAft>
              <a:buClr>
                <a:schemeClr val="dk1"/>
              </a:buClr>
              <a:buSzPts val="1400"/>
              <a:buNone/>
              <a:defRPr/>
            </a:lvl1pPr>
            <a:lvl2pPr>
              <a:spcBef>
                <a:spcPts val="0"/>
              </a:spcBef>
              <a:spcAft>
                <a:spcPts val="0"/>
              </a:spcAft>
              <a:buSzPts val="1100"/>
              <a:buNone/>
              <a:defRPr/>
            </a:lvl2pPr>
            <a:lvl3pPr>
              <a:spcBef>
                <a:spcPts val="0"/>
              </a:spcBef>
              <a:spcAft>
                <a:spcPts val="0"/>
              </a:spcAft>
              <a:buSzPts val="1100"/>
              <a:buNone/>
              <a:defRPr/>
            </a:lvl3pPr>
            <a:lvl4pPr>
              <a:spcBef>
                <a:spcPts val="0"/>
              </a:spcBef>
              <a:spcAft>
                <a:spcPts val="0"/>
              </a:spcAft>
              <a:buSzPts val="1100"/>
              <a:buNone/>
              <a:defRPr/>
            </a:lvl4pPr>
            <a:lvl5pPr>
              <a:spcBef>
                <a:spcPts val="0"/>
              </a:spcBef>
              <a:spcAft>
                <a:spcPts val="0"/>
              </a:spcAft>
              <a:buSzPts val="1100"/>
              <a:buNone/>
              <a:defRPr/>
            </a:lvl5pPr>
            <a:lvl6pPr>
              <a:spcBef>
                <a:spcPts val="0"/>
              </a:spcBef>
              <a:spcAft>
                <a:spcPts val="0"/>
              </a:spcAft>
              <a:buSzPts val="1100"/>
              <a:buNone/>
              <a:defRPr/>
            </a:lvl6pPr>
            <a:lvl7pPr>
              <a:spcBef>
                <a:spcPts val="0"/>
              </a:spcBef>
              <a:spcAft>
                <a:spcPts val="0"/>
              </a:spcAft>
              <a:buSzPts val="1100"/>
              <a:buNone/>
              <a:defRPr/>
            </a:lvl7pPr>
            <a:lvl8pPr>
              <a:spcBef>
                <a:spcPts val="0"/>
              </a:spcBef>
              <a:spcAft>
                <a:spcPts val="0"/>
              </a:spcAft>
              <a:buSzPts val="1100"/>
              <a:buNone/>
              <a:defRPr/>
            </a:lvl8pPr>
            <a:lvl9pPr>
              <a:spcBef>
                <a:spcPts val="0"/>
              </a:spcBef>
              <a:spcAft>
                <a:spcPts val="0"/>
              </a:spcAft>
              <a:buSzPts val="1100"/>
              <a:buNone/>
              <a:defRPr/>
            </a:lvl9pPr>
          </a:lstStyle>
          <a:p xmlns:a="http://schemas.openxmlformats.org/drawingml/2006/main">
            <a:endParaRPr/>
          </a:p>
        </p:txBody>
      </p:sp>
      <p:sp>
        <p:nvSpPr>
          <p:cNvPr id="38" name="Google Shape;38;p6">
            <a:extLst xmlns:a="http://schemas.openxmlformats.org/drawingml/2006/main">
              <a:ext uri="{FF2B5EF4-FFF2-40B4-BE49-F238E27FC236}">
                <a16:creationId xmlns:a16="http://schemas.microsoft.com/office/drawing/2014/main" id="{F30D5E88-E2BA-4441-9119-D40686A36A63}"/>
              </a:ext>
            </a:extLst>
          </p:cNvPr>
          <p:cNvSpPr>
            <a:spLocks xmlns:a="http://schemas.openxmlformats.org/drawingml/2006/main" noGrp="1"/>
          </p:cNvSpPr>
          <p:nvPr>
            <p:ph type="body" idx="1"/>
          </p:nvPr>
        </p:nvSpPr>
        <p:spPr>
          <a:xfrm xmlns:a="http://schemas.openxmlformats.org/drawingml/2006/main">
            <a:off x="629841" y="1260872"/>
            <a:ext cx="3868200" cy="6180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68575" tIns="34275" rIns="68575" bIns="34275" anchor="b">
            <a:normAutofit/>
          </a:bodyPr>
          <a:lstStyle xmlns:a="http://schemas.openxmlformats.org/drawingml/2006/main">
            <a:lvl1pPr marL="457200" indent="-228600" algn="l">
              <a:lnSpc>
                <a:spcPct val="90000"/>
              </a:lnSpc>
              <a:spcBef>
                <a:spcPts val="800"/>
              </a:spcBef>
              <a:spcAft>
                <a:spcPts val="0"/>
              </a:spcAft>
              <a:buClr>
                <a:schemeClr val="dk1"/>
              </a:buClr>
              <a:buSzPts val="1800"/>
              <a:buNone/>
              <a:defRPr sz="1800" b="1"/>
            </a:lvl1pPr>
            <a:lvl2pPr marL="914400" indent="-228600" algn="l">
              <a:lnSpc>
                <a:spcPct val="90000"/>
              </a:lnSpc>
              <a:spcBef>
                <a:spcPts val="400"/>
              </a:spcBef>
              <a:spcAft>
                <a:spcPts val="0"/>
              </a:spcAft>
              <a:buClr>
                <a:schemeClr val="dk1"/>
              </a:buClr>
              <a:buSzPts val="1500"/>
              <a:buNone/>
              <a:defRPr sz="1500" b="1"/>
            </a:lvl2pPr>
            <a:lvl3pPr marL="1371600" indent="-228600" algn="l">
              <a:lnSpc>
                <a:spcPct val="90000"/>
              </a:lnSpc>
              <a:spcBef>
                <a:spcPts val="400"/>
              </a:spcBef>
              <a:spcAft>
                <a:spcPts val="0"/>
              </a:spcAft>
              <a:buClr>
                <a:schemeClr val="dk1"/>
              </a:buClr>
              <a:buSzPts val="1400"/>
              <a:buNone/>
              <a:defRPr sz="1400" b="1"/>
            </a:lvl3pPr>
            <a:lvl4pPr marL="1828800" indent="-228600" algn="l">
              <a:lnSpc>
                <a:spcPct val="90000"/>
              </a:lnSpc>
              <a:spcBef>
                <a:spcPts val="400"/>
              </a:spcBef>
              <a:spcAft>
                <a:spcPts val="0"/>
              </a:spcAft>
              <a:buClr>
                <a:schemeClr val="dk1"/>
              </a:buClr>
              <a:buSzPts val="1200"/>
              <a:buNone/>
              <a:defRPr sz="1200" b="1"/>
            </a:lvl4pPr>
            <a:lvl5pPr marL="2286000" indent="-228600" algn="l">
              <a:lnSpc>
                <a:spcPct val="90000"/>
              </a:lnSpc>
              <a:spcBef>
                <a:spcPts val="400"/>
              </a:spcBef>
              <a:spcAft>
                <a:spcPts val="0"/>
              </a:spcAft>
              <a:buClr>
                <a:schemeClr val="dk1"/>
              </a:buClr>
              <a:buSzPts val="1200"/>
              <a:buNone/>
              <a:defRPr sz="1200" b="1"/>
            </a:lvl5pPr>
            <a:lvl6pPr marL="2743200" indent="-228600" algn="l">
              <a:lnSpc>
                <a:spcPct val="90000"/>
              </a:lnSpc>
              <a:spcBef>
                <a:spcPts val="400"/>
              </a:spcBef>
              <a:spcAft>
                <a:spcPts val="0"/>
              </a:spcAft>
              <a:buClr>
                <a:schemeClr val="dk1"/>
              </a:buClr>
              <a:buSzPts val="1200"/>
              <a:buNone/>
              <a:defRPr sz="1200" b="1"/>
            </a:lvl6pPr>
            <a:lvl7pPr marL="3200400" indent="-228600" algn="l">
              <a:lnSpc>
                <a:spcPct val="90000"/>
              </a:lnSpc>
              <a:spcBef>
                <a:spcPts val="400"/>
              </a:spcBef>
              <a:spcAft>
                <a:spcPts val="0"/>
              </a:spcAft>
              <a:buClr>
                <a:schemeClr val="dk1"/>
              </a:buClr>
              <a:buSzPts val="1200"/>
              <a:buNone/>
              <a:defRPr sz="1200" b="1"/>
            </a:lvl7pPr>
            <a:lvl8pPr marL="3657600" indent="-228600" algn="l">
              <a:lnSpc>
                <a:spcPct val="90000"/>
              </a:lnSpc>
              <a:spcBef>
                <a:spcPts val="400"/>
              </a:spcBef>
              <a:spcAft>
                <a:spcPts val="0"/>
              </a:spcAft>
              <a:buClr>
                <a:schemeClr val="dk1"/>
              </a:buClr>
              <a:buSzPts val="1200"/>
              <a:buNone/>
              <a:defRPr sz="1200" b="1"/>
            </a:lvl8pPr>
            <a:lvl9pPr marL="4114800" indent="-228600" algn="l">
              <a:lnSpc>
                <a:spcPct val="90000"/>
              </a:lnSpc>
              <a:spcBef>
                <a:spcPts val="400"/>
              </a:spcBef>
              <a:spcAft>
                <a:spcPts val="0"/>
              </a:spcAft>
              <a:buClr>
                <a:schemeClr val="dk1"/>
              </a:buClr>
              <a:buSzPts val="1200"/>
              <a:buNone/>
              <a:defRPr sz="1200" b="1"/>
            </a:lvl9pPr>
          </a:lstStyle>
          <a:p xmlns:a="http://schemas.openxmlformats.org/drawingml/2006/main">
            <a:endParaRPr/>
          </a:p>
        </p:txBody>
      </p:sp>
      <p:sp>
        <p:nvSpPr>
          <p:cNvPr id="39" name="Google Shape;39;p6">
            <a:extLst xmlns:a="http://schemas.openxmlformats.org/drawingml/2006/main">
              <a:ext uri="{FF2B5EF4-FFF2-40B4-BE49-F238E27FC236}">
                <a16:creationId xmlns:a16="http://schemas.microsoft.com/office/drawing/2014/main" id="{16BD17C9-8923-4BA1-9B39-6E4364F49983}"/>
              </a:ext>
            </a:extLst>
          </p:cNvPr>
          <p:cNvSpPr>
            <a:spLocks xmlns:a="http://schemas.openxmlformats.org/drawingml/2006/main" noGrp="1"/>
          </p:cNvSpPr>
          <p:nvPr>
            <p:ph type="body" idx="2"/>
          </p:nvPr>
        </p:nvSpPr>
        <p:spPr>
          <a:xfrm xmlns:a="http://schemas.openxmlformats.org/drawingml/2006/main">
            <a:off x="629841" y="1878806"/>
            <a:ext cx="3868200" cy="27633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68575" tIns="34275" rIns="68575" bIns="34275" anchor="t">
            <a:normAutofit/>
          </a:bodyPr>
          <a:lstStyle xmlns:a="http://schemas.openxmlformats.org/drawingml/2006/main">
            <a:lvl1pPr marL="457200" indent="-317500" algn="l">
              <a:lnSpc>
                <a:spcPct val="90000"/>
              </a:lnSpc>
              <a:spcBef>
                <a:spcPts val="800"/>
              </a:spcBef>
              <a:spcAft>
                <a:spcPts val="0"/>
              </a:spcAft>
              <a:buClr>
                <a:schemeClr val="dk1"/>
              </a:buClr>
              <a:buSzPts val="1400"/>
              <a:buChar char="•"/>
              <a:defRPr/>
            </a:lvl1pPr>
            <a:lvl2pPr marL="914400" indent="-317500" algn="l">
              <a:lnSpc>
                <a:spcPct val="90000"/>
              </a:lnSpc>
              <a:spcBef>
                <a:spcPts val="400"/>
              </a:spcBef>
              <a:spcAft>
                <a:spcPts val="0"/>
              </a:spcAft>
              <a:buClr>
                <a:schemeClr val="dk1"/>
              </a:buClr>
              <a:buSzPts val="1400"/>
              <a:buChar char="•"/>
              <a:defRPr/>
            </a:lvl2pPr>
            <a:lvl3pPr marL="1371600" indent="-317500" algn="l">
              <a:lnSpc>
                <a:spcPct val="90000"/>
              </a:lnSpc>
              <a:spcBef>
                <a:spcPts val="400"/>
              </a:spcBef>
              <a:spcAft>
                <a:spcPts val="0"/>
              </a:spcAft>
              <a:buClr>
                <a:schemeClr val="dk1"/>
              </a:buClr>
              <a:buSzPts val="1400"/>
              <a:buChar char="•"/>
              <a:defRPr/>
            </a:lvl3pPr>
            <a:lvl4pPr marL="1828800" indent="-317500" algn="l">
              <a:lnSpc>
                <a:spcPct val="90000"/>
              </a:lnSpc>
              <a:spcBef>
                <a:spcPts val="400"/>
              </a:spcBef>
              <a:spcAft>
                <a:spcPts val="0"/>
              </a:spcAft>
              <a:buClr>
                <a:schemeClr val="dk1"/>
              </a:buClr>
              <a:buSzPts val="1400"/>
              <a:buChar char="•"/>
              <a:defRPr/>
            </a:lvl4pPr>
            <a:lvl5pPr marL="2286000" indent="-317500" algn="l">
              <a:lnSpc>
                <a:spcPct val="90000"/>
              </a:lnSpc>
              <a:spcBef>
                <a:spcPts val="400"/>
              </a:spcBef>
              <a:spcAft>
                <a:spcPts val="0"/>
              </a:spcAft>
              <a:buClr>
                <a:schemeClr val="dk1"/>
              </a:buClr>
              <a:buSzPts val="1400"/>
              <a:buChar char="•"/>
              <a:defRPr/>
            </a:lvl5pPr>
            <a:lvl6pPr marL="2743200" indent="-317500" algn="l">
              <a:lnSpc>
                <a:spcPct val="90000"/>
              </a:lnSpc>
              <a:spcBef>
                <a:spcPts val="400"/>
              </a:spcBef>
              <a:spcAft>
                <a:spcPts val="0"/>
              </a:spcAft>
              <a:buClr>
                <a:schemeClr val="dk1"/>
              </a:buClr>
              <a:buSzPts val="1400"/>
              <a:buChar char="•"/>
              <a:defRPr/>
            </a:lvl6pPr>
            <a:lvl7pPr marL="3200400" indent="-317500" algn="l">
              <a:lnSpc>
                <a:spcPct val="90000"/>
              </a:lnSpc>
              <a:spcBef>
                <a:spcPts val="400"/>
              </a:spcBef>
              <a:spcAft>
                <a:spcPts val="0"/>
              </a:spcAft>
              <a:buClr>
                <a:schemeClr val="dk1"/>
              </a:buClr>
              <a:buSzPts val="1400"/>
              <a:buChar char="•"/>
              <a:defRPr/>
            </a:lvl7pPr>
            <a:lvl8pPr marL="3657600" indent="-317500" algn="l">
              <a:lnSpc>
                <a:spcPct val="90000"/>
              </a:lnSpc>
              <a:spcBef>
                <a:spcPts val="400"/>
              </a:spcBef>
              <a:spcAft>
                <a:spcPts val="0"/>
              </a:spcAft>
              <a:buClr>
                <a:schemeClr val="dk1"/>
              </a:buClr>
              <a:buSzPts val="1400"/>
              <a:buChar char="•"/>
              <a:defRPr/>
            </a:lvl8pPr>
            <a:lvl9pPr marL="4114800" indent="-317500" algn="l">
              <a:lnSpc>
                <a:spcPct val="90000"/>
              </a:lnSpc>
              <a:spcBef>
                <a:spcPts val="400"/>
              </a:spcBef>
              <a:spcAft>
                <a:spcPts val="0"/>
              </a:spcAft>
              <a:buClr>
                <a:schemeClr val="dk1"/>
              </a:buClr>
              <a:buSzPts val="1400"/>
              <a:buChar char="•"/>
              <a:defRPr/>
            </a:lvl9pPr>
          </a:lstStyle>
          <a:p xmlns:a="http://schemas.openxmlformats.org/drawingml/2006/main">
            <a:endParaRPr/>
          </a:p>
        </p:txBody>
      </p:sp>
      <p:sp>
        <p:nvSpPr>
          <p:cNvPr id="40" name="Google Shape;40;p6">
            <a:extLst xmlns:a="http://schemas.openxmlformats.org/drawingml/2006/main">
              <a:ext uri="{FF2B5EF4-FFF2-40B4-BE49-F238E27FC236}">
                <a16:creationId xmlns:a16="http://schemas.microsoft.com/office/drawing/2014/main" id="{E36EC632-00B3-44BE-9626-8AA8DCDC70C2}"/>
              </a:ext>
            </a:extLst>
          </p:cNvPr>
          <p:cNvSpPr>
            <a:spLocks xmlns:a="http://schemas.openxmlformats.org/drawingml/2006/main" noGrp="1"/>
          </p:cNvSpPr>
          <p:nvPr>
            <p:ph type="body" idx="3"/>
          </p:nvPr>
        </p:nvSpPr>
        <p:spPr>
          <a:xfrm xmlns:a="http://schemas.openxmlformats.org/drawingml/2006/main">
            <a:off x="4629150" y="1260872"/>
            <a:ext cx="3887400" cy="6180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68575" tIns="34275" rIns="68575" bIns="34275" anchor="b">
            <a:normAutofit/>
          </a:bodyPr>
          <a:lstStyle xmlns:a="http://schemas.openxmlformats.org/drawingml/2006/main">
            <a:lvl1pPr marL="457200" indent="-228600" algn="l">
              <a:lnSpc>
                <a:spcPct val="90000"/>
              </a:lnSpc>
              <a:spcBef>
                <a:spcPts val="800"/>
              </a:spcBef>
              <a:spcAft>
                <a:spcPts val="0"/>
              </a:spcAft>
              <a:buClr>
                <a:schemeClr val="dk1"/>
              </a:buClr>
              <a:buSzPts val="1800"/>
              <a:buNone/>
              <a:defRPr sz="1800" b="1"/>
            </a:lvl1pPr>
            <a:lvl2pPr marL="914400" indent="-228600" algn="l">
              <a:lnSpc>
                <a:spcPct val="90000"/>
              </a:lnSpc>
              <a:spcBef>
                <a:spcPts val="400"/>
              </a:spcBef>
              <a:spcAft>
                <a:spcPts val="0"/>
              </a:spcAft>
              <a:buClr>
                <a:schemeClr val="dk1"/>
              </a:buClr>
              <a:buSzPts val="1500"/>
              <a:buNone/>
              <a:defRPr sz="1500" b="1"/>
            </a:lvl2pPr>
            <a:lvl3pPr marL="1371600" indent="-228600" algn="l">
              <a:lnSpc>
                <a:spcPct val="90000"/>
              </a:lnSpc>
              <a:spcBef>
                <a:spcPts val="400"/>
              </a:spcBef>
              <a:spcAft>
                <a:spcPts val="0"/>
              </a:spcAft>
              <a:buClr>
                <a:schemeClr val="dk1"/>
              </a:buClr>
              <a:buSzPts val="1400"/>
              <a:buNone/>
              <a:defRPr sz="1400" b="1"/>
            </a:lvl3pPr>
            <a:lvl4pPr marL="1828800" indent="-228600" algn="l">
              <a:lnSpc>
                <a:spcPct val="90000"/>
              </a:lnSpc>
              <a:spcBef>
                <a:spcPts val="400"/>
              </a:spcBef>
              <a:spcAft>
                <a:spcPts val="0"/>
              </a:spcAft>
              <a:buClr>
                <a:schemeClr val="dk1"/>
              </a:buClr>
              <a:buSzPts val="1200"/>
              <a:buNone/>
              <a:defRPr sz="1200" b="1"/>
            </a:lvl4pPr>
            <a:lvl5pPr marL="2286000" indent="-228600" algn="l">
              <a:lnSpc>
                <a:spcPct val="90000"/>
              </a:lnSpc>
              <a:spcBef>
                <a:spcPts val="400"/>
              </a:spcBef>
              <a:spcAft>
                <a:spcPts val="0"/>
              </a:spcAft>
              <a:buClr>
                <a:schemeClr val="dk1"/>
              </a:buClr>
              <a:buSzPts val="1200"/>
              <a:buNone/>
              <a:defRPr sz="1200" b="1"/>
            </a:lvl5pPr>
            <a:lvl6pPr marL="2743200" indent="-228600" algn="l">
              <a:lnSpc>
                <a:spcPct val="90000"/>
              </a:lnSpc>
              <a:spcBef>
                <a:spcPts val="400"/>
              </a:spcBef>
              <a:spcAft>
                <a:spcPts val="0"/>
              </a:spcAft>
              <a:buClr>
                <a:schemeClr val="dk1"/>
              </a:buClr>
              <a:buSzPts val="1200"/>
              <a:buNone/>
              <a:defRPr sz="1200" b="1"/>
            </a:lvl6pPr>
            <a:lvl7pPr marL="3200400" indent="-228600" algn="l">
              <a:lnSpc>
                <a:spcPct val="90000"/>
              </a:lnSpc>
              <a:spcBef>
                <a:spcPts val="400"/>
              </a:spcBef>
              <a:spcAft>
                <a:spcPts val="0"/>
              </a:spcAft>
              <a:buClr>
                <a:schemeClr val="dk1"/>
              </a:buClr>
              <a:buSzPts val="1200"/>
              <a:buNone/>
              <a:defRPr sz="1200" b="1"/>
            </a:lvl7pPr>
            <a:lvl8pPr marL="3657600" indent="-228600" algn="l">
              <a:lnSpc>
                <a:spcPct val="90000"/>
              </a:lnSpc>
              <a:spcBef>
                <a:spcPts val="400"/>
              </a:spcBef>
              <a:spcAft>
                <a:spcPts val="0"/>
              </a:spcAft>
              <a:buClr>
                <a:schemeClr val="dk1"/>
              </a:buClr>
              <a:buSzPts val="1200"/>
              <a:buNone/>
              <a:defRPr sz="1200" b="1"/>
            </a:lvl8pPr>
            <a:lvl9pPr marL="4114800" indent="-228600" algn="l">
              <a:lnSpc>
                <a:spcPct val="90000"/>
              </a:lnSpc>
              <a:spcBef>
                <a:spcPts val="400"/>
              </a:spcBef>
              <a:spcAft>
                <a:spcPts val="0"/>
              </a:spcAft>
              <a:buClr>
                <a:schemeClr val="dk1"/>
              </a:buClr>
              <a:buSzPts val="1200"/>
              <a:buNone/>
              <a:defRPr sz="1200" b="1"/>
            </a:lvl9pPr>
          </a:lstStyle>
          <a:p xmlns:a="http://schemas.openxmlformats.org/drawingml/2006/main">
            <a:endParaRPr/>
          </a:p>
        </p:txBody>
      </p:sp>
      <p:sp>
        <p:nvSpPr>
          <p:cNvPr id="41" name="Google Shape;41;p6">
            <a:extLst xmlns:a="http://schemas.openxmlformats.org/drawingml/2006/main">
              <a:ext uri="{FF2B5EF4-FFF2-40B4-BE49-F238E27FC236}">
                <a16:creationId xmlns:a16="http://schemas.microsoft.com/office/drawing/2014/main" id="{A13FA162-039D-4355-9B6E-F35A3E02B4D3}"/>
              </a:ext>
            </a:extLst>
          </p:cNvPr>
          <p:cNvSpPr>
            <a:spLocks xmlns:a="http://schemas.openxmlformats.org/drawingml/2006/main" noGrp="1"/>
          </p:cNvSpPr>
          <p:nvPr>
            <p:ph type="body" idx="4"/>
          </p:nvPr>
        </p:nvSpPr>
        <p:spPr>
          <a:xfrm xmlns:a="http://schemas.openxmlformats.org/drawingml/2006/main">
            <a:off x="4629150" y="1878806"/>
            <a:ext cx="3887400" cy="27633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68575" tIns="34275" rIns="68575" bIns="34275" anchor="t">
            <a:normAutofit/>
          </a:bodyPr>
          <a:lstStyle xmlns:a="http://schemas.openxmlformats.org/drawingml/2006/main">
            <a:lvl1pPr marL="457200" indent="-317500" algn="l">
              <a:lnSpc>
                <a:spcPct val="90000"/>
              </a:lnSpc>
              <a:spcBef>
                <a:spcPts val="800"/>
              </a:spcBef>
              <a:spcAft>
                <a:spcPts val="0"/>
              </a:spcAft>
              <a:buClr>
                <a:schemeClr val="dk1"/>
              </a:buClr>
              <a:buSzPts val="1400"/>
              <a:buChar char="•"/>
              <a:defRPr/>
            </a:lvl1pPr>
            <a:lvl2pPr marL="914400" indent="-317500" algn="l">
              <a:lnSpc>
                <a:spcPct val="90000"/>
              </a:lnSpc>
              <a:spcBef>
                <a:spcPts val="400"/>
              </a:spcBef>
              <a:spcAft>
                <a:spcPts val="0"/>
              </a:spcAft>
              <a:buClr>
                <a:schemeClr val="dk1"/>
              </a:buClr>
              <a:buSzPts val="1400"/>
              <a:buChar char="•"/>
              <a:defRPr/>
            </a:lvl2pPr>
            <a:lvl3pPr marL="1371600" indent="-317500" algn="l">
              <a:lnSpc>
                <a:spcPct val="90000"/>
              </a:lnSpc>
              <a:spcBef>
                <a:spcPts val="400"/>
              </a:spcBef>
              <a:spcAft>
                <a:spcPts val="0"/>
              </a:spcAft>
              <a:buClr>
                <a:schemeClr val="dk1"/>
              </a:buClr>
              <a:buSzPts val="1400"/>
              <a:buChar char="•"/>
              <a:defRPr/>
            </a:lvl3pPr>
            <a:lvl4pPr marL="1828800" indent="-317500" algn="l">
              <a:lnSpc>
                <a:spcPct val="90000"/>
              </a:lnSpc>
              <a:spcBef>
                <a:spcPts val="400"/>
              </a:spcBef>
              <a:spcAft>
                <a:spcPts val="0"/>
              </a:spcAft>
              <a:buClr>
                <a:schemeClr val="dk1"/>
              </a:buClr>
              <a:buSzPts val="1400"/>
              <a:buChar char="•"/>
              <a:defRPr/>
            </a:lvl4pPr>
            <a:lvl5pPr marL="2286000" indent="-317500" algn="l">
              <a:lnSpc>
                <a:spcPct val="90000"/>
              </a:lnSpc>
              <a:spcBef>
                <a:spcPts val="400"/>
              </a:spcBef>
              <a:spcAft>
                <a:spcPts val="0"/>
              </a:spcAft>
              <a:buClr>
                <a:schemeClr val="dk1"/>
              </a:buClr>
              <a:buSzPts val="1400"/>
              <a:buChar char="•"/>
              <a:defRPr/>
            </a:lvl5pPr>
            <a:lvl6pPr marL="2743200" indent="-317500" algn="l">
              <a:lnSpc>
                <a:spcPct val="90000"/>
              </a:lnSpc>
              <a:spcBef>
                <a:spcPts val="400"/>
              </a:spcBef>
              <a:spcAft>
                <a:spcPts val="0"/>
              </a:spcAft>
              <a:buClr>
                <a:schemeClr val="dk1"/>
              </a:buClr>
              <a:buSzPts val="1400"/>
              <a:buChar char="•"/>
              <a:defRPr/>
            </a:lvl6pPr>
            <a:lvl7pPr marL="3200400" indent="-317500" algn="l">
              <a:lnSpc>
                <a:spcPct val="90000"/>
              </a:lnSpc>
              <a:spcBef>
                <a:spcPts val="400"/>
              </a:spcBef>
              <a:spcAft>
                <a:spcPts val="0"/>
              </a:spcAft>
              <a:buClr>
                <a:schemeClr val="dk1"/>
              </a:buClr>
              <a:buSzPts val="1400"/>
              <a:buChar char="•"/>
              <a:defRPr/>
            </a:lvl7pPr>
            <a:lvl8pPr marL="3657600" indent="-317500" algn="l">
              <a:lnSpc>
                <a:spcPct val="90000"/>
              </a:lnSpc>
              <a:spcBef>
                <a:spcPts val="400"/>
              </a:spcBef>
              <a:spcAft>
                <a:spcPts val="0"/>
              </a:spcAft>
              <a:buClr>
                <a:schemeClr val="dk1"/>
              </a:buClr>
              <a:buSzPts val="1400"/>
              <a:buChar char="•"/>
              <a:defRPr/>
            </a:lvl8pPr>
            <a:lvl9pPr marL="4114800" indent="-317500" algn="l">
              <a:lnSpc>
                <a:spcPct val="90000"/>
              </a:lnSpc>
              <a:spcBef>
                <a:spcPts val="400"/>
              </a:spcBef>
              <a:spcAft>
                <a:spcPts val="0"/>
              </a:spcAft>
              <a:buClr>
                <a:schemeClr val="dk1"/>
              </a:buClr>
              <a:buSzPts val="1400"/>
              <a:buChar char="•"/>
              <a:defRPr/>
            </a:lvl9pPr>
          </a:lstStyle>
          <a:p xmlns:a="http://schemas.openxmlformats.org/drawingml/2006/main">
            <a:endParaRPr/>
          </a:p>
        </p:txBody>
      </p:sp>
      <p:sp>
        <p:nvSpPr>
          <p:cNvPr id="42" name="Google Shape;42;p6">
            <a:extLst xmlns:a="http://schemas.openxmlformats.org/drawingml/2006/main">
              <a:ext uri="{FF2B5EF4-FFF2-40B4-BE49-F238E27FC236}">
                <a16:creationId xmlns:a16="http://schemas.microsoft.com/office/drawing/2014/main" id="{5BF4C2BF-0770-4681-8020-7A2CDFC58527}"/>
              </a:ext>
            </a:extLst>
          </p:cNvPr>
          <p:cNvSpPr>
            <a:spLocks xmlns:a="http://schemas.openxmlformats.org/drawingml/2006/main" noGrp="1"/>
          </p:cNvSpPr>
          <p:nvPr>
            <p:ph type="dt" idx="10"/>
          </p:nvPr>
        </p:nvSpPr>
        <p:spPr>
          <a:xfrm xmlns:a="http://schemas.openxmlformats.org/drawingml/2006/main">
            <a:off x="628650" y="4767263"/>
            <a:ext cx="2057400" cy="2739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68575" tIns="34275" rIns="68575" bIns="34275" anchor="ctr">
            <a:noAutofit/>
          </a:bodyPr>
          <a:lstStyle xmlns:a="http://schemas.openxmlformats.org/drawingml/2006/main">
            <a:lvl1pPr algn="l">
              <a:spcBef>
                <a:spcPts val="0"/>
              </a:spcBef>
              <a:spcAft>
                <a:spcPts val="0"/>
              </a:spcAft>
              <a:buSzPts val="1100"/>
              <a:buNone/>
              <a:defRPr/>
            </a:lvl1pPr>
            <a:lvl2pPr algn="l">
              <a:spcBef>
                <a:spcPts val="0"/>
              </a:spcBef>
              <a:spcAft>
                <a:spcPts val="0"/>
              </a:spcAft>
              <a:buSzPts val="1100"/>
              <a:buNone/>
              <a:defRPr/>
            </a:lvl2pPr>
            <a:lvl3pPr algn="l">
              <a:spcBef>
                <a:spcPts val="0"/>
              </a:spcBef>
              <a:spcAft>
                <a:spcPts val="0"/>
              </a:spcAft>
              <a:buSzPts val="1100"/>
              <a:buNone/>
              <a:defRPr/>
            </a:lvl3pPr>
            <a:lvl4pPr algn="l">
              <a:spcBef>
                <a:spcPts val="0"/>
              </a:spcBef>
              <a:spcAft>
                <a:spcPts val="0"/>
              </a:spcAft>
              <a:buSzPts val="1100"/>
              <a:buNone/>
              <a:defRPr/>
            </a:lvl4pPr>
            <a:lvl5pPr algn="l">
              <a:spcBef>
                <a:spcPts val="0"/>
              </a:spcBef>
              <a:spcAft>
                <a:spcPts val="0"/>
              </a:spcAft>
              <a:buSzPts val="1100"/>
              <a:buNone/>
              <a:defRPr/>
            </a:lvl5pPr>
            <a:lvl6pPr algn="l">
              <a:spcBef>
                <a:spcPts val="0"/>
              </a:spcBef>
              <a:spcAft>
                <a:spcPts val="0"/>
              </a:spcAft>
              <a:buSzPts val="1100"/>
              <a:buNone/>
              <a:defRPr/>
            </a:lvl6pPr>
            <a:lvl7pPr algn="l">
              <a:spcBef>
                <a:spcPts val="0"/>
              </a:spcBef>
              <a:spcAft>
                <a:spcPts val="0"/>
              </a:spcAft>
              <a:buSzPts val="1100"/>
              <a:buNone/>
              <a:defRPr/>
            </a:lvl7pPr>
            <a:lvl8pPr algn="l">
              <a:spcBef>
                <a:spcPts val="0"/>
              </a:spcBef>
              <a:spcAft>
                <a:spcPts val="0"/>
              </a:spcAft>
              <a:buSzPts val="1100"/>
              <a:buNone/>
              <a:defRPr/>
            </a:lvl8pPr>
            <a:lvl9pPr algn="l">
              <a:spcBef>
                <a:spcPts val="0"/>
              </a:spcBef>
              <a:spcAft>
                <a:spcPts val="0"/>
              </a:spcAft>
              <a:buSzPts val="1100"/>
              <a:buNone/>
              <a:defRPr/>
            </a:lvl9pPr>
          </a:lstStyle>
          <a:p xmlns:a="http://schemas.openxmlformats.org/drawingml/2006/main">
            <a:endParaRPr/>
          </a:p>
        </p:txBody>
      </p:sp>
      <p:sp>
        <p:nvSpPr>
          <p:cNvPr id="43" name="Google Shape;43;p6">
            <a:extLst xmlns:a="http://schemas.openxmlformats.org/drawingml/2006/main">
              <a:ext uri="{FF2B5EF4-FFF2-40B4-BE49-F238E27FC236}">
                <a16:creationId xmlns:a16="http://schemas.microsoft.com/office/drawing/2014/main" id="{222B29F7-7377-422E-95B0-69C60C5004D1}"/>
              </a:ext>
            </a:extLst>
          </p:cNvPr>
          <p:cNvSpPr>
            <a:spLocks xmlns:a="http://schemas.openxmlformats.org/drawingml/2006/main" noGrp="1"/>
          </p:cNvSpPr>
          <p:nvPr>
            <p:ph type="ftr" idx="11"/>
          </p:nvPr>
        </p:nvSpPr>
        <p:spPr>
          <a:xfrm xmlns:a="http://schemas.openxmlformats.org/drawingml/2006/main">
            <a:off x="3028950" y="4767263"/>
            <a:ext cx="3086100" cy="2739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68575" tIns="34275" rIns="68575" bIns="34275" anchor="ctr">
            <a:noAutofit/>
          </a:bodyPr>
          <a:lstStyle xmlns:a="http://schemas.openxmlformats.org/drawingml/2006/main">
            <a:lvl1pPr algn="ctr">
              <a:spcBef>
                <a:spcPts val="0"/>
              </a:spcBef>
              <a:spcAft>
                <a:spcPts val="0"/>
              </a:spcAft>
              <a:buSzPts val="1100"/>
              <a:buNone/>
              <a:defRPr/>
            </a:lvl1pPr>
            <a:lvl2pPr algn="l">
              <a:spcBef>
                <a:spcPts val="0"/>
              </a:spcBef>
              <a:spcAft>
                <a:spcPts val="0"/>
              </a:spcAft>
              <a:buSzPts val="1100"/>
              <a:buNone/>
              <a:defRPr/>
            </a:lvl2pPr>
            <a:lvl3pPr algn="l">
              <a:spcBef>
                <a:spcPts val="0"/>
              </a:spcBef>
              <a:spcAft>
                <a:spcPts val="0"/>
              </a:spcAft>
              <a:buSzPts val="1100"/>
              <a:buNone/>
              <a:defRPr/>
            </a:lvl3pPr>
            <a:lvl4pPr algn="l">
              <a:spcBef>
                <a:spcPts val="0"/>
              </a:spcBef>
              <a:spcAft>
                <a:spcPts val="0"/>
              </a:spcAft>
              <a:buSzPts val="1100"/>
              <a:buNone/>
              <a:defRPr/>
            </a:lvl4pPr>
            <a:lvl5pPr algn="l">
              <a:spcBef>
                <a:spcPts val="0"/>
              </a:spcBef>
              <a:spcAft>
                <a:spcPts val="0"/>
              </a:spcAft>
              <a:buSzPts val="1100"/>
              <a:buNone/>
              <a:defRPr/>
            </a:lvl5pPr>
            <a:lvl6pPr algn="l">
              <a:spcBef>
                <a:spcPts val="0"/>
              </a:spcBef>
              <a:spcAft>
                <a:spcPts val="0"/>
              </a:spcAft>
              <a:buSzPts val="1100"/>
              <a:buNone/>
              <a:defRPr/>
            </a:lvl6pPr>
            <a:lvl7pPr algn="l">
              <a:spcBef>
                <a:spcPts val="0"/>
              </a:spcBef>
              <a:spcAft>
                <a:spcPts val="0"/>
              </a:spcAft>
              <a:buSzPts val="1100"/>
              <a:buNone/>
              <a:defRPr/>
            </a:lvl7pPr>
            <a:lvl8pPr algn="l">
              <a:spcBef>
                <a:spcPts val="0"/>
              </a:spcBef>
              <a:spcAft>
                <a:spcPts val="0"/>
              </a:spcAft>
              <a:buSzPts val="1100"/>
              <a:buNone/>
              <a:defRPr/>
            </a:lvl8pPr>
            <a:lvl9pPr algn="l">
              <a:spcBef>
                <a:spcPts val="0"/>
              </a:spcBef>
              <a:spcAft>
                <a:spcPts val="0"/>
              </a:spcAft>
              <a:buSzPts val="1100"/>
              <a:buNone/>
              <a:defRPr/>
            </a:lvl9pPr>
          </a:lstStyle>
          <a:p xmlns:a="http://schemas.openxmlformats.org/drawingml/2006/main">
            <a:endParaRPr/>
          </a:p>
        </p:txBody>
      </p:sp>
      <p:sp>
        <p:nvSpPr>
          <p:cNvPr id="44" name="Google Shape;44;p6">
            <a:extLst xmlns:a="http://schemas.openxmlformats.org/drawingml/2006/main">
              <a:ext uri="{FF2B5EF4-FFF2-40B4-BE49-F238E27FC236}">
                <a16:creationId xmlns:a16="http://schemas.microsoft.com/office/drawing/2014/main" id="{BD1D1CF5-EDC2-4A09-96FB-C4E64B9E79F7}"/>
              </a:ext>
            </a:extLst>
          </p:cNvPr>
          <p:cNvSpPr>
            <a:spLocks xmlns:a="http://schemas.openxmlformats.org/drawingml/2006/main" noGrp="1"/>
          </p:cNvSpPr>
          <p:nvPr>
            <p:ph type="sldNum" idx="12"/>
          </p:nvPr>
        </p:nvSpPr>
        <p:spPr>
          <a:xfrm xmlns:a="http://schemas.openxmlformats.org/drawingml/2006/main">
            <a:off x="6457950" y="4767263"/>
            <a:ext cx="2057400" cy="2739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68575" tIns="34275" rIns="68575" bIns="34275" anchor="ctr">
            <a:noAutofit/>
          </a:bodyPr>
          <a:lstStyle xmlns:a="http://schemas.openxmlformats.org/drawingml/2006/main">
            <a:lvl1pPr marL="0" indent="0" algn="r">
              <a:spcBef>
                <a:spcPts val="0"/>
              </a:spcBef>
              <a:buNone/>
              <a:defRPr/>
            </a:lvl1pPr>
            <a:lvl2pPr marL="0" indent="0" algn="r">
              <a:spcBef>
                <a:spcPts val="0"/>
              </a:spcBef>
              <a:buNone/>
              <a:defRPr/>
            </a:lvl2pPr>
            <a:lvl3pPr marL="0" indent="0" algn="r">
              <a:spcBef>
                <a:spcPts val="0"/>
              </a:spcBef>
              <a:buNone/>
              <a:defRPr/>
            </a:lvl3pPr>
            <a:lvl4pPr marL="0" indent="0" algn="r">
              <a:spcBef>
                <a:spcPts val="0"/>
              </a:spcBef>
              <a:buNone/>
              <a:defRPr/>
            </a:lvl4pPr>
            <a:lvl5pPr marL="0" indent="0" algn="r">
              <a:spcBef>
                <a:spcPts val="0"/>
              </a:spcBef>
              <a:buNone/>
              <a:defRPr/>
            </a:lvl5pPr>
            <a:lvl6pPr marL="0" indent="0" algn="r">
              <a:spcBef>
                <a:spcPts val="0"/>
              </a:spcBef>
              <a:buNone/>
              <a:defRPr/>
            </a:lvl6pPr>
            <a:lvl7pPr marL="0" indent="0" algn="r">
              <a:spcBef>
                <a:spcPts val="0"/>
              </a:spcBef>
              <a:buNone/>
              <a:defRPr/>
            </a:lvl7pPr>
            <a:lvl8pPr marL="0" indent="0" algn="r">
              <a:spcBef>
                <a:spcPts val="0"/>
              </a:spcBef>
              <a:buNone/>
              <a:defRPr/>
            </a:lvl8pPr>
            <a:lvl9pPr marL="0" indent="0" algn="r">
              <a:spcBef>
                <a:spcPts val="0"/>
              </a:spcBef>
              <a:buNone/>
              <a:defRPr/>
            </a:lvl9pPr>
          </a:lstStyle>
          <a:p xmlns:a="http://schemas.openxmlformats.org/drawingml/2006/main">
            <a:pPr marL="0" lvl="0" indent="0" algn="r">
              <a:spcBef>
                <a:spcPts val="0"/>
              </a:spcBef>
              <a:spcAft>
                <a:spcPts val="0"/>
              </a:spcAft>
              <a:buNone/>
            </a:pPr>
            <a:fld id="{00000000-1234-1234-1234-123412341234}" type="slidenum">
              <a:t>‹#›</a:t>
            </a:fld>
            <a:endParaRPr/>
          </a:p>
        </p:txBody>
      </p:sp>
    </p:spTree>
  </p:cSld>
</p:sldLayout>
</file>

<file path=ppt/slideLayouts/slideLayout6.xml><?xml version="1.0" encoding="utf-8"?>
<p:sldLayout xmlns:p="http://schemas.openxmlformats.org/presentationml/2006/main" matchingName="Title Only" type="titleOnly">
  <p:cSld name="TITLE_ONLY">
    <p:spTree>
      <p:nvGrpSpPr>
        <p:cNvPr id="1" name=""/>
        <p:cNvGrpSpPr/>
        <p:nvPr/>
      </p:nvGrpSpPr>
      <p:grpSpPr>
        <a:xfrm xmlns:a="http://schemas.openxmlformats.org/drawingml/2006/main"/>
      </p:grpSpPr>
      <p:sp>
        <p:nvSpPr>
          <p:cNvPr id="46" name="Google Shape;46;p7">
            <a:extLst xmlns:a="http://schemas.openxmlformats.org/drawingml/2006/main">
              <a:ext uri="{FF2B5EF4-FFF2-40B4-BE49-F238E27FC236}">
                <a16:creationId xmlns:a16="http://schemas.microsoft.com/office/drawing/2014/main" id="{86D19781-EDB3-47C2-A600-234AB6EF2B1B}"/>
              </a:ext>
            </a:extLst>
          </p:cNvPr>
          <p:cNvSpPr>
            <a:spLocks xmlns:a="http://schemas.openxmlformats.org/drawingml/2006/main" noGrp="1"/>
          </p:cNvSpPr>
          <p:nvPr>
            <p:ph type="title" idx="0"/>
          </p:nvPr>
        </p:nvSpPr>
        <p:spPr>
          <a:xfrm xmlns:a="http://schemas.openxmlformats.org/drawingml/2006/main">
            <a:off x="628650" y="273844"/>
            <a:ext cx="7886700" cy="9942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68575" tIns="34275" rIns="68575" bIns="34275" anchor="ctr">
            <a:normAutofit/>
          </a:bodyPr>
          <a:lstStyle xmlns:a="http://schemas.openxmlformats.org/drawingml/2006/main">
            <a:lvl1pPr algn="l">
              <a:lnSpc>
                <a:spcPct val="90000"/>
              </a:lnSpc>
              <a:spcBef>
                <a:spcPts val="0"/>
              </a:spcBef>
              <a:spcAft>
                <a:spcPts val="0"/>
              </a:spcAft>
              <a:buClr>
                <a:schemeClr val="dk1"/>
              </a:buClr>
              <a:buSzPts val="1400"/>
              <a:buNone/>
              <a:defRPr/>
            </a:lvl1pPr>
            <a:lvl2pPr>
              <a:spcBef>
                <a:spcPts val="0"/>
              </a:spcBef>
              <a:spcAft>
                <a:spcPts val="0"/>
              </a:spcAft>
              <a:buSzPts val="1100"/>
              <a:buNone/>
              <a:defRPr/>
            </a:lvl2pPr>
            <a:lvl3pPr>
              <a:spcBef>
                <a:spcPts val="0"/>
              </a:spcBef>
              <a:spcAft>
                <a:spcPts val="0"/>
              </a:spcAft>
              <a:buSzPts val="1100"/>
              <a:buNone/>
              <a:defRPr/>
            </a:lvl3pPr>
            <a:lvl4pPr>
              <a:spcBef>
                <a:spcPts val="0"/>
              </a:spcBef>
              <a:spcAft>
                <a:spcPts val="0"/>
              </a:spcAft>
              <a:buSzPts val="1100"/>
              <a:buNone/>
              <a:defRPr/>
            </a:lvl4pPr>
            <a:lvl5pPr>
              <a:spcBef>
                <a:spcPts val="0"/>
              </a:spcBef>
              <a:spcAft>
                <a:spcPts val="0"/>
              </a:spcAft>
              <a:buSzPts val="1100"/>
              <a:buNone/>
              <a:defRPr/>
            </a:lvl5pPr>
            <a:lvl6pPr>
              <a:spcBef>
                <a:spcPts val="0"/>
              </a:spcBef>
              <a:spcAft>
                <a:spcPts val="0"/>
              </a:spcAft>
              <a:buSzPts val="1100"/>
              <a:buNone/>
              <a:defRPr/>
            </a:lvl6pPr>
            <a:lvl7pPr>
              <a:spcBef>
                <a:spcPts val="0"/>
              </a:spcBef>
              <a:spcAft>
                <a:spcPts val="0"/>
              </a:spcAft>
              <a:buSzPts val="1100"/>
              <a:buNone/>
              <a:defRPr/>
            </a:lvl7pPr>
            <a:lvl8pPr>
              <a:spcBef>
                <a:spcPts val="0"/>
              </a:spcBef>
              <a:spcAft>
                <a:spcPts val="0"/>
              </a:spcAft>
              <a:buSzPts val="1100"/>
              <a:buNone/>
              <a:defRPr/>
            </a:lvl8pPr>
            <a:lvl9pPr>
              <a:spcBef>
                <a:spcPts val="0"/>
              </a:spcBef>
              <a:spcAft>
                <a:spcPts val="0"/>
              </a:spcAft>
              <a:buSzPts val="1100"/>
              <a:buNone/>
              <a:defRPr/>
            </a:lvl9pPr>
          </a:lstStyle>
          <a:p xmlns:a="http://schemas.openxmlformats.org/drawingml/2006/main">
            <a:endParaRPr/>
          </a:p>
        </p:txBody>
      </p:sp>
      <p:sp>
        <p:nvSpPr>
          <p:cNvPr id="47" name="Google Shape;47;p7">
            <a:extLst xmlns:a="http://schemas.openxmlformats.org/drawingml/2006/main">
              <a:ext uri="{FF2B5EF4-FFF2-40B4-BE49-F238E27FC236}">
                <a16:creationId xmlns:a16="http://schemas.microsoft.com/office/drawing/2014/main" id="{A041F265-E5BA-40D4-B3CB-4A28D688C35A}"/>
              </a:ext>
            </a:extLst>
          </p:cNvPr>
          <p:cNvSpPr>
            <a:spLocks xmlns:a="http://schemas.openxmlformats.org/drawingml/2006/main" noGrp="1"/>
          </p:cNvSpPr>
          <p:nvPr>
            <p:ph type="dt" idx="10"/>
          </p:nvPr>
        </p:nvSpPr>
        <p:spPr>
          <a:xfrm xmlns:a="http://schemas.openxmlformats.org/drawingml/2006/main">
            <a:off x="628650" y="4767263"/>
            <a:ext cx="2057400" cy="2739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68575" tIns="34275" rIns="68575" bIns="34275" anchor="ctr">
            <a:noAutofit/>
          </a:bodyPr>
          <a:lstStyle xmlns:a="http://schemas.openxmlformats.org/drawingml/2006/main">
            <a:lvl1pPr algn="l">
              <a:spcBef>
                <a:spcPts val="0"/>
              </a:spcBef>
              <a:spcAft>
                <a:spcPts val="0"/>
              </a:spcAft>
              <a:buSzPts val="1100"/>
              <a:buNone/>
              <a:defRPr/>
            </a:lvl1pPr>
            <a:lvl2pPr algn="l">
              <a:spcBef>
                <a:spcPts val="0"/>
              </a:spcBef>
              <a:spcAft>
                <a:spcPts val="0"/>
              </a:spcAft>
              <a:buSzPts val="1100"/>
              <a:buNone/>
              <a:defRPr/>
            </a:lvl2pPr>
            <a:lvl3pPr algn="l">
              <a:spcBef>
                <a:spcPts val="0"/>
              </a:spcBef>
              <a:spcAft>
                <a:spcPts val="0"/>
              </a:spcAft>
              <a:buSzPts val="1100"/>
              <a:buNone/>
              <a:defRPr/>
            </a:lvl3pPr>
            <a:lvl4pPr algn="l">
              <a:spcBef>
                <a:spcPts val="0"/>
              </a:spcBef>
              <a:spcAft>
                <a:spcPts val="0"/>
              </a:spcAft>
              <a:buSzPts val="1100"/>
              <a:buNone/>
              <a:defRPr/>
            </a:lvl4pPr>
            <a:lvl5pPr algn="l">
              <a:spcBef>
                <a:spcPts val="0"/>
              </a:spcBef>
              <a:spcAft>
                <a:spcPts val="0"/>
              </a:spcAft>
              <a:buSzPts val="1100"/>
              <a:buNone/>
              <a:defRPr/>
            </a:lvl5pPr>
            <a:lvl6pPr algn="l">
              <a:spcBef>
                <a:spcPts val="0"/>
              </a:spcBef>
              <a:spcAft>
                <a:spcPts val="0"/>
              </a:spcAft>
              <a:buSzPts val="1100"/>
              <a:buNone/>
              <a:defRPr/>
            </a:lvl6pPr>
            <a:lvl7pPr algn="l">
              <a:spcBef>
                <a:spcPts val="0"/>
              </a:spcBef>
              <a:spcAft>
                <a:spcPts val="0"/>
              </a:spcAft>
              <a:buSzPts val="1100"/>
              <a:buNone/>
              <a:defRPr/>
            </a:lvl7pPr>
            <a:lvl8pPr algn="l">
              <a:spcBef>
                <a:spcPts val="0"/>
              </a:spcBef>
              <a:spcAft>
                <a:spcPts val="0"/>
              </a:spcAft>
              <a:buSzPts val="1100"/>
              <a:buNone/>
              <a:defRPr/>
            </a:lvl8pPr>
            <a:lvl9pPr algn="l">
              <a:spcBef>
                <a:spcPts val="0"/>
              </a:spcBef>
              <a:spcAft>
                <a:spcPts val="0"/>
              </a:spcAft>
              <a:buSzPts val="1100"/>
              <a:buNone/>
              <a:defRPr/>
            </a:lvl9pPr>
          </a:lstStyle>
          <a:p xmlns:a="http://schemas.openxmlformats.org/drawingml/2006/main">
            <a:endParaRPr/>
          </a:p>
        </p:txBody>
      </p:sp>
      <p:sp>
        <p:nvSpPr>
          <p:cNvPr id="48" name="Google Shape;48;p7">
            <a:extLst xmlns:a="http://schemas.openxmlformats.org/drawingml/2006/main">
              <a:ext uri="{FF2B5EF4-FFF2-40B4-BE49-F238E27FC236}">
                <a16:creationId xmlns:a16="http://schemas.microsoft.com/office/drawing/2014/main" id="{F2DF79C5-E2E5-4E3A-B7AD-441C3355F8D1}"/>
              </a:ext>
            </a:extLst>
          </p:cNvPr>
          <p:cNvSpPr>
            <a:spLocks xmlns:a="http://schemas.openxmlformats.org/drawingml/2006/main" noGrp="1"/>
          </p:cNvSpPr>
          <p:nvPr>
            <p:ph type="ftr" idx="11"/>
          </p:nvPr>
        </p:nvSpPr>
        <p:spPr>
          <a:xfrm xmlns:a="http://schemas.openxmlformats.org/drawingml/2006/main">
            <a:off x="3028950" y="4767263"/>
            <a:ext cx="3086100" cy="2739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68575" tIns="34275" rIns="68575" bIns="34275" anchor="ctr">
            <a:noAutofit/>
          </a:bodyPr>
          <a:lstStyle xmlns:a="http://schemas.openxmlformats.org/drawingml/2006/main">
            <a:lvl1pPr algn="ctr">
              <a:spcBef>
                <a:spcPts val="0"/>
              </a:spcBef>
              <a:spcAft>
                <a:spcPts val="0"/>
              </a:spcAft>
              <a:buSzPts val="1100"/>
              <a:buNone/>
              <a:defRPr/>
            </a:lvl1pPr>
            <a:lvl2pPr algn="l">
              <a:spcBef>
                <a:spcPts val="0"/>
              </a:spcBef>
              <a:spcAft>
                <a:spcPts val="0"/>
              </a:spcAft>
              <a:buSzPts val="1100"/>
              <a:buNone/>
              <a:defRPr/>
            </a:lvl2pPr>
            <a:lvl3pPr algn="l">
              <a:spcBef>
                <a:spcPts val="0"/>
              </a:spcBef>
              <a:spcAft>
                <a:spcPts val="0"/>
              </a:spcAft>
              <a:buSzPts val="1100"/>
              <a:buNone/>
              <a:defRPr/>
            </a:lvl3pPr>
            <a:lvl4pPr algn="l">
              <a:spcBef>
                <a:spcPts val="0"/>
              </a:spcBef>
              <a:spcAft>
                <a:spcPts val="0"/>
              </a:spcAft>
              <a:buSzPts val="1100"/>
              <a:buNone/>
              <a:defRPr/>
            </a:lvl4pPr>
            <a:lvl5pPr algn="l">
              <a:spcBef>
                <a:spcPts val="0"/>
              </a:spcBef>
              <a:spcAft>
                <a:spcPts val="0"/>
              </a:spcAft>
              <a:buSzPts val="1100"/>
              <a:buNone/>
              <a:defRPr/>
            </a:lvl5pPr>
            <a:lvl6pPr algn="l">
              <a:spcBef>
                <a:spcPts val="0"/>
              </a:spcBef>
              <a:spcAft>
                <a:spcPts val="0"/>
              </a:spcAft>
              <a:buSzPts val="1100"/>
              <a:buNone/>
              <a:defRPr/>
            </a:lvl6pPr>
            <a:lvl7pPr algn="l">
              <a:spcBef>
                <a:spcPts val="0"/>
              </a:spcBef>
              <a:spcAft>
                <a:spcPts val="0"/>
              </a:spcAft>
              <a:buSzPts val="1100"/>
              <a:buNone/>
              <a:defRPr/>
            </a:lvl7pPr>
            <a:lvl8pPr algn="l">
              <a:spcBef>
                <a:spcPts val="0"/>
              </a:spcBef>
              <a:spcAft>
                <a:spcPts val="0"/>
              </a:spcAft>
              <a:buSzPts val="1100"/>
              <a:buNone/>
              <a:defRPr/>
            </a:lvl8pPr>
            <a:lvl9pPr algn="l">
              <a:spcBef>
                <a:spcPts val="0"/>
              </a:spcBef>
              <a:spcAft>
                <a:spcPts val="0"/>
              </a:spcAft>
              <a:buSzPts val="1100"/>
              <a:buNone/>
              <a:defRPr/>
            </a:lvl9pPr>
          </a:lstStyle>
          <a:p xmlns:a="http://schemas.openxmlformats.org/drawingml/2006/main">
            <a:endParaRPr/>
          </a:p>
        </p:txBody>
      </p:sp>
      <p:sp>
        <p:nvSpPr>
          <p:cNvPr id="49" name="Google Shape;49;p7">
            <a:extLst xmlns:a="http://schemas.openxmlformats.org/drawingml/2006/main">
              <a:ext uri="{FF2B5EF4-FFF2-40B4-BE49-F238E27FC236}">
                <a16:creationId xmlns:a16="http://schemas.microsoft.com/office/drawing/2014/main" id="{CCACDC0A-2C5C-4DA8-8316-03F247E13572}"/>
              </a:ext>
            </a:extLst>
          </p:cNvPr>
          <p:cNvSpPr>
            <a:spLocks xmlns:a="http://schemas.openxmlformats.org/drawingml/2006/main" noGrp="1"/>
          </p:cNvSpPr>
          <p:nvPr>
            <p:ph type="sldNum" idx="12"/>
          </p:nvPr>
        </p:nvSpPr>
        <p:spPr>
          <a:xfrm xmlns:a="http://schemas.openxmlformats.org/drawingml/2006/main">
            <a:off x="6457950" y="4767263"/>
            <a:ext cx="2057400" cy="2739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68575" tIns="34275" rIns="68575" bIns="34275" anchor="ctr">
            <a:noAutofit/>
          </a:bodyPr>
          <a:lstStyle xmlns:a="http://schemas.openxmlformats.org/drawingml/2006/main">
            <a:lvl1pPr marL="0" indent="0" algn="r">
              <a:spcBef>
                <a:spcPts val="0"/>
              </a:spcBef>
              <a:buNone/>
              <a:defRPr/>
            </a:lvl1pPr>
            <a:lvl2pPr marL="0" indent="0" algn="r">
              <a:spcBef>
                <a:spcPts val="0"/>
              </a:spcBef>
              <a:buNone/>
              <a:defRPr/>
            </a:lvl2pPr>
            <a:lvl3pPr marL="0" indent="0" algn="r">
              <a:spcBef>
                <a:spcPts val="0"/>
              </a:spcBef>
              <a:buNone/>
              <a:defRPr/>
            </a:lvl3pPr>
            <a:lvl4pPr marL="0" indent="0" algn="r">
              <a:spcBef>
                <a:spcPts val="0"/>
              </a:spcBef>
              <a:buNone/>
              <a:defRPr/>
            </a:lvl4pPr>
            <a:lvl5pPr marL="0" indent="0" algn="r">
              <a:spcBef>
                <a:spcPts val="0"/>
              </a:spcBef>
              <a:buNone/>
              <a:defRPr/>
            </a:lvl5pPr>
            <a:lvl6pPr marL="0" indent="0" algn="r">
              <a:spcBef>
                <a:spcPts val="0"/>
              </a:spcBef>
              <a:buNone/>
              <a:defRPr/>
            </a:lvl6pPr>
            <a:lvl7pPr marL="0" indent="0" algn="r">
              <a:spcBef>
                <a:spcPts val="0"/>
              </a:spcBef>
              <a:buNone/>
              <a:defRPr/>
            </a:lvl7pPr>
            <a:lvl8pPr marL="0" indent="0" algn="r">
              <a:spcBef>
                <a:spcPts val="0"/>
              </a:spcBef>
              <a:buNone/>
              <a:defRPr/>
            </a:lvl8pPr>
            <a:lvl9pPr marL="0" indent="0" algn="r">
              <a:spcBef>
                <a:spcPts val="0"/>
              </a:spcBef>
              <a:buNone/>
              <a:defRPr/>
            </a:lvl9pPr>
          </a:lstStyle>
          <a:p xmlns:a="http://schemas.openxmlformats.org/drawingml/2006/main">
            <a:pPr marL="0" lvl="0" indent="0" algn="r">
              <a:spcBef>
                <a:spcPts val="0"/>
              </a:spcBef>
              <a:spcAft>
                <a:spcPts val="0"/>
              </a:spcAft>
              <a:buNone/>
            </a:pPr>
            <a:fld id="{00000000-1234-1234-1234-123412341234}" type="slidenum">
              <a:t>‹#›</a:t>
            </a:fld>
            <a:endParaRPr/>
          </a:p>
        </p:txBody>
      </p:sp>
    </p:spTree>
  </p:cSld>
</p:sldLayout>
</file>

<file path=ppt/slideLayouts/slideLayout7.xml><?xml version="1.0" encoding="utf-8"?>
<p:sldLayout xmlns:p="http://schemas.openxmlformats.org/presentationml/2006/main" matchingName="Blank" type="blank">
  <p:cSld name="BLANK">
    <p:spTree>
      <p:nvGrpSpPr>
        <p:cNvPr id="1" name=""/>
        <p:cNvGrpSpPr/>
        <p:nvPr/>
      </p:nvGrpSpPr>
      <p:grpSpPr>
        <a:xfrm xmlns:a="http://schemas.openxmlformats.org/drawingml/2006/main"/>
      </p:grpSpPr>
      <p:sp>
        <p:nvSpPr>
          <p:cNvPr id="51" name="Google Shape;51;p8">
            <a:extLst xmlns:a="http://schemas.openxmlformats.org/drawingml/2006/main">
              <a:ext uri="{FF2B5EF4-FFF2-40B4-BE49-F238E27FC236}">
                <a16:creationId xmlns:a16="http://schemas.microsoft.com/office/drawing/2014/main" id="{0CB06635-38F6-454D-88B6-915596E4C1C3}"/>
              </a:ext>
            </a:extLst>
          </p:cNvPr>
          <p:cNvSpPr>
            <a:spLocks xmlns:a="http://schemas.openxmlformats.org/drawingml/2006/main" noGrp="1"/>
          </p:cNvSpPr>
          <p:nvPr>
            <p:ph type="dt" idx="10"/>
          </p:nvPr>
        </p:nvSpPr>
        <p:spPr>
          <a:xfrm xmlns:a="http://schemas.openxmlformats.org/drawingml/2006/main">
            <a:off x="628650" y="4767263"/>
            <a:ext cx="2057400" cy="2739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68575" tIns="34275" rIns="68575" bIns="34275" anchor="ctr">
            <a:noAutofit/>
          </a:bodyPr>
          <a:lstStyle xmlns:a="http://schemas.openxmlformats.org/drawingml/2006/main">
            <a:lvl1pPr algn="l">
              <a:spcBef>
                <a:spcPts val="0"/>
              </a:spcBef>
              <a:spcAft>
                <a:spcPts val="0"/>
              </a:spcAft>
              <a:buSzPts val="1100"/>
              <a:buNone/>
              <a:defRPr/>
            </a:lvl1pPr>
            <a:lvl2pPr algn="l">
              <a:spcBef>
                <a:spcPts val="0"/>
              </a:spcBef>
              <a:spcAft>
                <a:spcPts val="0"/>
              </a:spcAft>
              <a:buSzPts val="1100"/>
              <a:buNone/>
              <a:defRPr/>
            </a:lvl2pPr>
            <a:lvl3pPr algn="l">
              <a:spcBef>
                <a:spcPts val="0"/>
              </a:spcBef>
              <a:spcAft>
                <a:spcPts val="0"/>
              </a:spcAft>
              <a:buSzPts val="1100"/>
              <a:buNone/>
              <a:defRPr/>
            </a:lvl3pPr>
            <a:lvl4pPr algn="l">
              <a:spcBef>
                <a:spcPts val="0"/>
              </a:spcBef>
              <a:spcAft>
                <a:spcPts val="0"/>
              </a:spcAft>
              <a:buSzPts val="1100"/>
              <a:buNone/>
              <a:defRPr/>
            </a:lvl4pPr>
            <a:lvl5pPr algn="l">
              <a:spcBef>
                <a:spcPts val="0"/>
              </a:spcBef>
              <a:spcAft>
                <a:spcPts val="0"/>
              </a:spcAft>
              <a:buSzPts val="1100"/>
              <a:buNone/>
              <a:defRPr/>
            </a:lvl5pPr>
            <a:lvl6pPr algn="l">
              <a:spcBef>
                <a:spcPts val="0"/>
              </a:spcBef>
              <a:spcAft>
                <a:spcPts val="0"/>
              </a:spcAft>
              <a:buSzPts val="1100"/>
              <a:buNone/>
              <a:defRPr/>
            </a:lvl6pPr>
            <a:lvl7pPr algn="l">
              <a:spcBef>
                <a:spcPts val="0"/>
              </a:spcBef>
              <a:spcAft>
                <a:spcPts val="0"/>
              </a:spcAft>
              <a:buSzPts val="1100"/>
              <a:buNone/>
              <a:defRPr/>
            </a:lvl7pPr>
            <a:lvl8pPr algn="l">
              <a:spcBef>
                <a:spcPts val="0"/>
              </a:spcBef>
              <a:spcAft>
                <a:spcPts val="0"/>
              </a:spcAft>
              <a:buSzPts val="1100"/>
              <a:buNone/>
              <a:defRPr/>
            </a:lvl8pPr>
            <a:lvl9pPr algn="l">
              <a:spcBef>
                <a:spcPts val="0"/>
              </a:spcBef>
              <a:spcAft>
                <a:spcPts val="0"/>
              </a:spcAft>
              <a:buSzPts val="1100"/>
              <a:buNone/>
              <a:defRPr/>
            </a:lvl9pPr>
          </a:lstStyle>
          <a:p xmlns:a="http://schemas.openxmlformats.org/drawingml/2006/main">
            <a:endParaRPr/>
          </a:p>
        </p:txBody>
      </p:sp>
      <p:sp>
        <p:nvSpPr>
          <p:cNvPr id="52" name="Google Shape;52;p8">
            <a:extLst xmlns:a="http://schemas.openxmlformats.org/drawingml/2006/main">
              <a:ext uri="{FF2B5EF4-FFF2-40B4-BE49-F238E27FC236}">
                <a16:creationId xmlns:a16="http://schemas.microsoft.com/office/drawing/2014/main" id="{6AC3370D-0717-4433-A9DD-133537AAF9E0}"/>
              </a:ext>
            </a:extLst>
          </p:cNvPr>
          <p:cNvSpPr>
            <a:spLocks xmlns:a="http://schemas.openxmlformats.org/drawingml/2006/main" noGrp="1"/>
          </p:cNvSpPr>
          <p:nvPr>
            <p:ph type="ftr" idx="11"/>
          </p:nvPr>
        </p:nvSpPr>
        <p:spPr>
          <a:xfrm xmlns:a="http://schemas.openxmlformats.org/drawingml/2006/main">
            <a:off x="3028950" y="4767263"/>
            <a:ext cx="3086100" cy="2739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68575" tIns="34275" rIns="68575" bIns="34275" anchor="ctr">
            <a:noAutofit/>
          </a:bodyPr>
          <a:lstStyle xmlns:a="http://schemas.openxmlformats.org/drawingml/2006/main">
            <a:lvl1pPr algn="ctr">
              <a:spcBef>
                <a:spcPts val="0"/>
              </a:spcBef>
              <a:spcAft>
                <a:spcPts val="0"/>
              </a:spcAft>
              <a:buSzPts val="1100"/>
              <a:buNone/>
              <a:defRPr/>
            </a:lvl1pPr>
            <a:lvl2pPr algn="l">
              <a:spcBef>
                <a:spcPts val="0"/>
              </a:spcBef>
              <a:spcAft>
                <a:spcPts val="0"/>
              </a:spcAft>
              <a:buSzPts val="1100"/>
              <a:buNone/>
              <a:defRPr/>
            </a:lvl2pPr>
            <a:lvl3pPr algn="l">
              <a:spcBef>
                <a:spcPts val="0"/>
              </a:spcBef>
              <a:spcAft>
                <a:spcPts val="0"/>
              </a:spcAft>
              <a:buSzPts val="1100"/>
              <a:buNone/>
              <a:defRPr/>
            </a:lvl3pPr>
            <a:lvl4pPr algn="l">
              <a:spcBef>
                <a:spcPts val="0"/>
              </a:spcBef>
              <a:spcAft>
                <a:spcPts val="0"/>
              </a:spcAft>
              <a:buSzPts val="1100"/>
              <a:buNone/>
              <a:defRPr/>
            </a:lvl4pPr>
            <a:lvl5pPr algn="l">
              <a:spcBef>
                <a:spcPts val="0"/>
              </a:spcBef>
              <a:spcAft>
                <a:spcPts val="0"/>
              </a:spcAft>
              <a:buSzPts val="1100"/>
              <a:buNone/>
              <a:defRPr/>
            </a:lvl5pPr>
            <a:lvl6pPr algn="l">
              <a:spcBef>
                <a:spcPts val="0"/>
              </a:spcBef>
              <a:spcAft>
                <a:spcPts val="0"/>
              </a:spcAft>
              <a:buSzPts val="1100"/>
              <a:buNone/>
              <a:defRPr/>
            </a:lvl6pPr>
            <a:lvl7pPr algn="l">
              <a:spcBef>
                <a:spcPts val="0"/>
              </a:spcBef>
              <a:spcAft>
                <a:spcPts val="0"/>
              </a:spcAft>
              <a:buSzPts val="1100"/>
              <a:buNone/>
              <a:defRPr/>
            </a:lvl7pPr>
            <a:lvl8pPr algn="l">
              <a:spcBef>
                <a:spcPts val="0"/>
              </a:spcBef>
              <a:spcAft>
                <a:spcPts val="0"/>
              </a:spcAft>
              <a:buSzPts val="1100"/>
              <a:buNone/>
              <a:defRPr/>
            </a:lvl8pPr>
            <a:lvl9pPr algn="l">
              <a:spcBef>
                <a:spcPts val="0"/>
              </a:spcBef>
              <a:spcAft>
                <a:spcPts val="0"/>
              </a:spcAft>
              <a:buSzPts val="1100"/>
              <a:buNone/>
              <a:defRPr/>
            </a:lvl9pPr>
          </a:lstStyle>
          <a:p xmlns:a="http://schemas.openxmlformats.org/drawingml/2006/main">
            <a:endParaRPr/>
          </a:p>
        </p:txBody>
      </p:sp>
      <p:sp>
        <p:nvSpPr>
          <p:cNvPr id="53" name="Google Shape;53;p8">
            <a:extLst xmlns:a="http://schemas.openxmlformats.org/drawingml/2006/main">
              <a:ext uri="{FF2B5EF4-FFF2-40B4-BE49-F238E27FC236}">
                <a16:creationId xmlns:a16="http://schemas.microsoft.com/office/drawing/2014/main" id="{AF4E7B15-C229-4716-87DA-D33B2C2B629E}"/>
              </a:ext>
            </a:extLst>
          </p:cNvPr>
          <p:cNvSpPr>
            <a:spLocks xmlns:a="http://schemas.openxmlformats.org/drawingml/2006/main" noGrp="1"/>
          </p:cNvSpPr>
          <p:nvPr>
            <p:ph type="sldNum" idx="12"/>
          </p:nvPr>
        </p:nvSpPr>
        <p:spPr>
          <a:xfrm xmlns:a="http://schemas.openxmlformats.org/drawingml/2006/main">
            <a:off x="6457950" y="4767263"/>
            <a:ext cx="2057400" cy="2739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68575" tIns="34275" rIns="68575" bIns="34275" anchor="ctr">
            <a:noAutofit/>
          </a:bodyPr>
          <a:lstStyle xmlns:a="http://schemas.openxmlformats.org/drawingml/2006/main">
            <a:lvl1pPr marL="0" indent="0" algn="r">
              <a:spcBef>
                <a:spcPts val="0"/>
              </a:spcBef>
              <a:buNone/>
              <a:defRPr/>
            </a:lvl1pPr>
            <a:lvl2pPr marL="0" indent="0" algn="r">
              <a:spcBef>
                <a:spcPts val="0"/>
              </a:spcBef>
              <a:buNone/>
              <a:defRPr/>
            </a:lvl2pPr>
            <a:lvl3pPr marL="0" indent="0" algn="r">
              <a:spcBef>
                <a:spcPts val="0"/>
              </a:spcBef>
              <a:buNone/>
              <a:defRPr/>
            </a:lvl3pPr>
            <a:lvl4pPr marL="0" indent="0" algn="r">
              <a:spcBef>
                <a:spcPts val="0"/>
              </a:spcBef>
              <a:buNone/>
              <a:defRPr/>
            </a:lvl4pPr>
            <a:lvl5pPr marL="0" indent="0" algn="r">
              <a:spcBef>
                <a:spcPts val="0"/>
              </a:spcBef>
              <a:buNone/>
              <a:defRPr/>
            </a:lvl5pPr>
            <a:lvl6pPr marL="0" indent="0" algn="r">
              <a:spcBef>
                <a:spcPts val="0"/>
              </a:spcBef>
              <a:buNone/>
              <a:defRPr/>
            </a:lvl6pPr>
            <a:lvl7pPr marL="0" indent="0" algn="r">
              <a:spcBef>
                <a:spcPts val="0"/>
              </a:spcBef>
              <a:buNone/>
              <a:defRPr/>
            </a:lvl7pPr>
            <a:lvl8pPr marL="0" indent="0" algn="r">
              <a:spcBef>
                <a:spcPts val="0"/>
              </a:spcBef>
              <a:buNone/>
              <a:defRPr/>
            </a:lvl8pPr>
            <a:lvl9pPr marL="0" indent="0" algn="r">
              <a:spcBef>
                <a:spcPts val="0"/>
              </a:spcBef>
              <a:buNone/>
              <a:defRPr/>
            </a:lvl9pPr>
          </a:lstStyle>
          <a:p xmlns:a="http://schemas.openxmlformats.org/drawingml/2006/main">
            <a:pPr marL="0" lvl="0" indent="0" algn="r">
              <a:spcBef>
                <a:spcPts val="0"/>
              </a:spcBef>
              <a:spcAft>
                <a:spcPts val="0"/>
              </a:spcAft>
              <a:buNone/>
            </a:pPr>
            <a:fld id="{00000000-1234-1234-1234-123412341234}" type="slidenum">
              <a:t>‹#›</a:t>
            </a:fld>
            <a:endParaRPr/>
          </a:p>
        </p:txBody>
      </p:sp>
    </p:spTree>
  </p:cSld>
</p:sldLayout>
</file>

<file path=ppt/slideLayouts/slideLayout8.xml><?xml version="1.0" encoding="utf-8"?>
<p:sldLayout xmlns:p="http://schemas.openxmlformats.org/presentationml/2006/main" matchingName="Content with Caption" type="objTx">
  <p:cSld name="OBJECT_WITH_CAPTION_TEXT">
    <p:spTree>
      <p:nvGrpSpPr>
        <p:cNvPr id="1" name=""/>
        <p:cNvGrpSpPr/>
        <p:nvPr/>
      </p:nvGrpSpPr>
      <p:grpSpPr>
        <a:xfrm xmlns:a="http://schemas.openxmlformats.org/drawingml/2006/main"/>
      </p:grpSpPr>
      <p:sp>
        <p:nvSpPr>
          <p:cNvPr id="55" name="Google Shape;55;p9">
            <a:extLst xmlns:a="http://schemas.openxmlformats.org/drawingml/2006/main">
              <a:ext uri="{FF2B5EF4-FFF2-40B4-BE49-F238E27FC236}">
                <a16:creationId xmlns:a16="http://schemas.microsoft.com/office/drawing/2014/main" id="{913F10C7-C07B-4BC8-AE69-CF64EDB759CD}"/>
              </a:ext>
            </a:extLst>
          </p:cNvPr>
          <p:cNvSpPr>
            <a:spLocks xmlns:a="http://schemas.openxmlformats.org/drawingml/2006/main" noGrp="1"/>
          </p:cNvSpPr>
          <p:nvPr>
            <p:ph type="title" idx="0"/>
          </p:nvPr>
        </p:nvSpPr>
        <p:spPr>
          <a:xfrm xmlns:a="http://schemas.openxmlformats.org/drawingml/2006/main">
            <a:off x="629841" y="342900"/>
            <a:ext cx="2949300" cy="12003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68575" tIns="34275" rIns="68575" bIns="34275" anchor="b">
            <a:normAutofit/>
          </a:bodyPr>
          <a:lstStyle xmlns:a="http://schemas.openxmlformats.org/drawingml/2006/main">
            <a:lvl1pPr algn="l">
              <a:lnSpc>
                <a:spcPct val="90000"/>
              </a:lnSpc>
              <a:spcBef>
                <a:spcPts val="0"/>
              </a:spcBef>
              <a:spcAft>
                <a:spcPts val="0"/>
              </a:spcAft>
              <a:buClr>
                <a:schemeClr val="dk1"/>
              </a:buClr>
              <a:buSzPts val="2400"/>
              <a:buFont typeface="Calibri"/>
              <a:buNone/>
              <a:defRPr sz="2400"/>
            </a:lvl1pPr>
            <a:lvl2pPr>
              <a:spcBef>
                <a:spcPts val="0"/>
              </a:spcBef>
              <a:spcAft>
                <a:spcPts val="0"/>
              </a:spcAft>
              <a:buSzPts val="1100"/>
              <a:buNone/>
              <a:defRPr/>
            </a:lvl2pPr>
            <a:lvl3pPr>
              <a:spcBef>
                <a:spcPts val="0"/>
              </a:spcBef>
              <a:spcAft>
                <a:spcPts val="0"/>
              </a:spcAft>
              <a:buSzPts val="1100"/>
              <a:buNone/>
              <a:defRPr/>
            </a:lvl3pPr>
            <a:lvl4pPr>
              <a:spcBef>
                <a:spcPts val="0"/>
              </a:spcBef>
              <a:spcAft>
                <a:spcPts val="0"/>
              </a:spcAft>
              <a:buSzPts val="1100"/>
              <a:buNone/>
              <a:defRPr/>
            </a:lvl4pPr>
            <a:lvl5pPr>
              <a:spcBef>
                <a:spcPts val="0"/>
              </a:spcBef>
              <a:spcAft>
                <a:spcPts val="0"/>
              </a:spcAft>
              <a:buSzPts val="1100"/>
              <a:buNone/>
              <a:defRPr/>
            </a:lvl5pPr>
            <a:lvl6pPr>
              <a:spcBef>
                <a:spcPts val="0"/>
              </a:spcBef>
              <a:spcAft>
                <a:spcPts val="0"/>
              </a:spcAft>
              <a:buSzPts val="1100"/>
              <a:buNone/>
              <a:defRPr/>
            </a:lvl6pPr>
            <a:lvl7pPr>
              <a:spcBef>
                <a:spcPts val="0"/>
              </a:spcBef>
              <a:spcAft>
                <a:spcPts val="0"/>
              </a:spcAft>
              <a:buSzPts val="1100"/>
              <a:buNone/>
              <a:defRPr/>
            </a:lvl7pPr>
            <a:lvl8pPr>
              <a:spcBef>
                <a:spcPts val="0"/>
              </a:spcBef>
              <a:spcAft>
                <a:spcPts val="0"/>
              </a:spcAft>
              <a:buSzPts val="1100"/>
              <a:buNone/>
              <a:defRPr/>
            </a:lvl8pPr>
            <a:lvl9pPr>
              <a:spcBef>
                <a:spcPts val="0"/>
              </a:spcBef>
              <a:spcAft>
                <a:spcPts val="0"/>
              </a:spcAft>
              <a:buSzPts val="1100"/>
              <a:buNone/>
              <a:defRPr/>
            </a:lvl9pPr>
          </a:lstStyle>
          <a:p xmlns:a="http://schemas.openxmlformats.org/drawingml/2006/main">
            <a:endParaRPr/>
          </a:p>
        </p:txBody>
      </p:sp>
      <p:sp>
        <p:nvSpPr>
          <p:cNvPr id="56" name="Google Shape;56;p9">
            <a:extLst xmlns:a="http://schemas.openxmlformats.org/drawingml/2006/main">
              <a:ext uri="{FF2B5EF4-FFF2-40B4-BE49-F238E27FC236}">
                <a16:creationId xmlns:a16="http://schemas.microsoft.com/office/drawing/2014/main" id="{FF435AC6-2230-44FC-8723-C0B5E698EBB5}"/>
              </a:ext>
            </a:extLst>
          </p:cNvPr>
          <p:cNvSpPr>
            <a:spLocks xmlns:a="http://schemas.openxmlformats.org/drawingml/2006/main" noGrp="1"/>
          </p:cNvSpPr>
          <p:nvPr>
            <p:ph type="body" idx="1"/>
          </p:nvPr>
        </p:nvSpPr>
        <p:spPr>
          <a:xfrm xmlns:a="http://schemas.openxmlformats.org/drawingml/2006/main">
            <a:off x="3887391" y="740569"/>
            <a:ext cx="4629300" cy="36552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68575" tIns="34275" rIns="68575" bIns="34275" anchor="t">
            <a:normAutofit/>
          </a:bodyPr>
          <a:lstStyle xmlns:a="http://schemas.openxmlformats.org/drawingml/2006/main">
            <a:lvl1pPr marL="457200" indent="-381000" algn="l">
              <a:lnSpc>
                <a:spcPct val="90000"/>
              </a:lnSpc>
              <a:spcBef>
                <a:spcPts val="800"/>
              </a:spcBef>
              <a:spcAft>
                <a:spcPts val="0"/>
              </a:spcAft>
              <a:buClr>
                <a:schemeClr val="dk1"/>
              </a:buClr>
              <a:buSzPts val="2400"/>
              <a:buChar char="•"/>
              <a:defRPr sz="2400"/>
            </a:lvl1pPr>
            <a:lvl2pPr marL="914400" indent="-361950" algn="l">
              <a:lnSpc>
                <a:spcPct val="90000"/>
              </a:lnSpc>
              <a:spcBef>
                <a:spcPts val="400"/>
              </a:spcBef>
              <a:spcAft>
                <a:spcPts val="0"/>
              </a:spcAft>
              <a:buClr>
                <a:schemeClr val="dk1"/>
              </a:buClr>
              <a:buSzPts val="2100"/>
              <a:buChar char="•"/>
              <a:defRPr sz="2100"/>
            </a:lvl2pPr>
            <a:lvl3pPr marL="1371600" indent="-342900" algn="l">
              <a:lnSpc>
                <a:spcPct val="90000"/>
              </a:lnSpc>
              <a:spcBef>
                <a:spcPts val="400"/>
              </a:spcBef>
              <a:spcAft>
                <a:spcPts val="0"/>
              </a:spcAft>
              <a:buClr>
                <a:schemeClr val="dk1"/>
              </a:buClr>
              <a:buSzPts val="1800"/>
              <a:buChar char="•"/>
              <a:defRPr sz="1800"/>
            </a:lvl3pPr>
            <a:lvl4pPr marL="1828800" indent="-323850" algn="l">
              <a:lnSpc>
                <a:spcPct val="90000"/>
              </a:lnSpc>
              <a:spcBef>
                <a:spcPts val="400"/>
              </a:spcBef>
              <a:spcAft>
                <a:spcPts val="0"/>
              </a:spcAft>
              <a:buClr>
                <a:schemeClr val="dk1"/>
              </a:buClr>
              <a:buSzPts val="1500"/>
              <a:buChar char="•"/>
              <a:defRPr sz="1500"/>
            </a:lvl4pPr>
            <a:lvl5pPr marL="2286000" indent="-323850" algn="l">
              <a:lnSpc>
                <a:spcPct val="90000"/>
              </a:lnSpc>
              <a:spcBef>
                <a:spcPts val="400"/>
              </a:spcBef>
              <a:spcAft>
                <a:spcPts val="0"/>
              </a:spcAft>
              <a:buClr>
                <a:schemeClr val="dk1"/>
              </a:buClr>
              <a:buSzPts val="1500"/>
              <a:buChar char="•"/>
              <a:defRPr sz="1500"/>
            </a:lvl5pPr>
            <a:lvl6pPr marL="2743200" indent="-323850" algn="l">
              <a:lnSpc>
                <a:spcPct val="90000"/>
              </a:lnSpc>
              <a:spcBef>
                <a:spcPts val="400"/>
              </a:spcBef>
              <a:spcAft>
                <a:spcPts val="0"/>
              </a:spcAft>
              <a:buClr>
                <a:schemeClr val="dk1"/>
              </a:buClr>
              <a:buSzPts val="1500"/>
              <a:buChar char="•"/>
              <a:defRPr sz="1500"/>
            </a:lvl6pPr>
            <a:lvl7pPr marL="3200400" indent="-323850" algn="l">
              <a:lnSpc>
                <a:spcPct val="90000"/>
              </a:lnSpc>
              <a:spcBef>
                <a:spcPts val="400"/>
              </a:spcBef>
              <a:spcAft>
                <a:spcPts val="0"/>
              </a:spcAft>
              <a:buClr>
                <a:schemeClr val="dk1"/>
              </a:buClr>
              <a:buSzPts val="1500"/>
              <a:buChar char="•"/>
              <a:defRPr sz="1500"/>
            </a:lvl7pPr>
            <a:lvl8pPr marL="3657600" indent="-323850" algn="l">
              <a:lnSpc>
                <a:spcPct val="90000"/>
              </a:lnSpc>
              <a:spcBef>
                <a:spcPts val="400"/>
              </a:spcBef>
              <a:spcAft>
                <a:spcPts val="0"/>
              </a:spcAft>
              <a:buClr>
                <a:schemeClr val="dk1"/>
              </a:buClr>
              <a:buSzPts val="1500"/>
              <a:buChar char="•"/>
              <a:defRPr sz="1500"/>
            </a:lvl8pPr>
            <a:lvl9pPr marL="4114800" indent="-323850" algn="l">
              <a:lnSpc>
                <a:spcPct val="90000"/>
              </a:lnSpc>
              <a:spcBef>
                <a:spcPts val="400"/>
              </a:spcBef>
              <a:spcAft>
                <a:spcPts val="0"/>
              </a:spcAft>
              <a:buClr>
                <a:schemeClr val="dk1"/>
              </a:buClr>
              <a:buSzPts val="1500"/>
              <a:buChar char="•"/>
              <a:defRPr sz="1500"/>
            </a:lvl9pPr>
          </a:lstStyle>
          <a:p xmlns:a="http://schemas.openxmlformats.org/drawingml/2006/main">
            <a:endParaRPr/>
          </a:p>
        </p:txBody>
      </p:sp>
      <p:sp>
        <p:nvSpPr>
          <p:cNvPr id="57" name="Google Shape;57;p9">
            <a:extLst xmlns:a="http://schemas.openxmlformats.org/drawingml/2006/main">
              <a:ext uri="{FF2B5EF4-FFF2-40B4-BE49-F238E27FC236}">
                <a16:creationId xmlns:a16="http://schemas.microsoft.com/office/drawing/2014/main" id="{A0E0E56F-A57D-4B9E-A55F-81F8A0ECEA5B}"/>
              </a:ext>
            </a:extLst>
          </p:cNvPr>
          <p:cNvSpPr>
            <a:spLocks xmlns:a="http://schemas.openxmlformats.org/drawingml/2006/main" noGrp="1"/>
          </p:cNvSpPr>
          <p:nvPr>
            <p:ph type="body" idx="2"/>
          </p:nvPr>
        </p:nvSpPr>
        <p:spPr>
          <a:xfrm xmlns:a="http://schemas.openxmlformats.org/drawingml/2006/main">
            <a:off x="629841" y="1543050"/>
            <a:ext cx="2949300" cy="28587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68575" tIns="34275" rIns="68575" bIns="34275" anchor="t">
            <a:normAutofit/>
          </a:bodyPr>
          <a:lstStyle xmlns:a="http://schemas.openxmlformats.org/drawingml/2006/main">
            <a:lvl1pPr marL="457200" indent="-228600" algn="l">
              <a:lnSpc>
                <a:spcPct val="90000"/>
              </a:lnSpc>
              <a:spcBef>
                <a:spcPts val="800"/>
              </a:spcBef>
              <a:spcAft>
                <a:spcPts val="0"/>
              </a:spcAft>
              <a:buClr>
                <a:schemeClr val="dk1"/>
              </a:buClr>
              <a:buSzPts val="1200"/>
              <a:buNone/>
              <a:defRPr sz="1200"/>
            </a:lvl1pPr>
            <a:lvl2pPr marL="914400" indent="-228600" algn="l">
              <a:lnSpc>
                <a:spcPct val="90000"/>
              </a:lnSpc>
              <a:spcBef>
                <a:spcPts val="400"/>
              </a:spcBef>
              <a:spcAft>
                <a:spcPts val="0"/>
              </a:spcAft>
              <a:buClr>
                <a:schemeClr val="dk1"/>
              </a:buClr>
              <a:buSzPts val="1100"/>
              <a:buNone/>
              <a:defRPr sz="1100"/>
            </a:lvl2pPr>
            <a:lvl3pPr marL="1371600" indent="-228600" algn="l">
              <a:lnSpc>
                <a:spcPct val="90000"/>
              </a:lnSpc>
              <a:spcBef>
                <a:spcPts val="400"/>
              </a:spcBef>
              <a:spcAft>
                <a:spcPts val="0"/>
              </a:spcAft>
              <a:buClr>
                <a:schemeClr val="dk1"/>
              </a:buClr>
              <a:buSzPts val="900"/>
              <a:buNone/>
              <a:defRPr sz="900"/>
            </a:lvl3pPr>
            <a:lvl4pPr marL="1828800" indent="-228600" algn="l">
              <a:lnSpc>
                <a:spcPct val="90000"/>
              </a:lnSpc>
              <a:spcBef>
                <a:spcPts val="400"/>
              </a:spcBef>
              <a:spcAft>
                <a:spcPts val="0"/>
              </a:spcAft>
              <a:buClr>
                <a:schemeClr val="dk1"/>
              </a:buClr>
              <a:buSzPts val="800"/>
              <a:buNone/>
              <a:defRPr sz="800"/>
            </a:lvl4pPr>
            <a:lvl5pPr marL="2286000" indent="-228600" algn="l">
              <a:lnSpc>
                <a:spcPct val="90000"/>
              </a:lnSpc>
              <a:spcBef>
                <a:spcPts val="400"/>
              </a:spcBef>
              <a:spcAft>
                <a:spcPts val="0"/>
              </a:spcAft>
              <a:buClr>
                <a:schemeClr val="dk1"/>
              </a:buClr>
              <a:buSzPts val="800"/>
              <a:buNone/>
              <a:defRPr sz="800"/>
            </a:lvl5pPr>
            <a:lvl6pPr marL="2743200" indent="-228600" algn="l">
              <a:lnSpc>
                <a:spcPct val="90000"/>
              </a:lnSpc>
              <a:spcBef>
                <a:spcPts val="400"/>
              </a:spcBef>
              <a:spcAft>
                <a:spcPts val="0"/>
              </a:spcAft>
              <a:buClr>
                <a:schemeClr val="dk1"/>
              </a:buClr>
              <a:buSzPts val="800"/>
              <a:buNone/>
              <a:defRPr sz="800"/>
            </a:lvl6pPr>
            <a:lvl7pPr marL="3200400" indent="-228600" algn="l">
              <a:lnSpc>
                <a:spcPct val="90000"/>
              </a:lnSpc>
              <a:spcBef>
                <a:spcPts val="400"/>
              </a:spcBef>
              <a:spcAft>
                <a:spcPts val="0"/>
              </a:spcAft>
              <a:buClr>
                <a:schemeClr val="dk1"/>
              </a:buClr>
              <a:buSzPts val="800"/>
              <a:buNone/>
              <a:defRPr sz="800"/>
            </a:lvl7pPr>
            <a:lvl8pPr marL="3657600" indent="-228600" algn="l">
              <a:lnSpc>
                <a:spcPct val="90000"/>
              </a:lnSpc>
              <a:spcBef>
                <a:spcPts val="400"/>
              </a:spcBef>
              <a:spcAft>
                <a:spcPts val="0"/>
              </a:spcAft>
              <a:buClr>
                <a:schemeClr val="dk1"/>
              </a:buClr>
              <a:buSzPts val="800"/>
              <a:buNone/>
              <a:defRPr sz="800"/>
            </a:lvl8pPr>
            <a:lvl9pPr marL="4114800" indent="-228600" algn="l">
              <a:lnSpc>
                <a:spcPct val="90000"/>
              </a:lnSpc>
              <a:spcBef>
                <a:spcPts val="400"/>
              </a:spcBef>
              <a:spcAft>
                <a:spcPts val="0"/>
              </a:spcAft>
              <a:buClr>
                <a:schemeClr val="dk1"/>
              </a:buClr>
              <a:buSzPts val="800"/>
              <a:buNone/>
              <a:defRPr sz="800"/>
            </a:lvl9pPr>
          </a:lstStyle>
          <a:p xmlns:a="http://schemas.openxmlformats.org/drawingml/2006/main">
            <a:endParaRPr/>
          </a:p>
        </p:txBody>
      </p:sp>
      <p:sp>
        <p:nvSpPr>
          <p:cNvPr id="58" name="Google Shape;58;p9">
            <a:extLst xmlns:a="http://schemas.openxmlformats.org/drawingml/2006/main">
              <a:ext uri="{FF2B5EF4-FFF2-40B4-BE49-F238E27FC236}">
                <a16:creationId xmlns:a16="http://schemas.microsoft.com/office/drawing/2014/main" id="{A1EE3AD9-5C35-4A2A-8A0D-F4B1F3354FA0}"/>
              </a:ext>
            </a:extLst>
          </p:cNvPr>
          <p:cNvSpPr>
            <a:spLocks xmlns:a="http://schemas.openxmlformats.org/drawingml/2006/main" noGrp="1"/>
          </p:cNvSpPr>
          <p:nvPr>
            <p:ph type="dt" idx="10"/>
          </p:nvPr>
        </p:nvSpPr>
        <p:spPr>
          <a:xfrm xmlns:a="http://schemas.openxmlformats.org/drawingml/2006/main">
            <a:off x="628650" y="4767263"/>
            <a:ext cx="2057400" cy="2739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68575" tIns="34275" rIns="68575" bIns="34275" anchor="ctr">
            <a:noAutofit/>
          </a:bodyPr>
          <a:lstStyle xmlns:a="http://schemas.openxmlformats.org/drawingml/2006/main">
            <a:lvl1pPr algn="l">
              <a:spcBef>
                <a:spcPts val="0"/>
              </a:spcBef>
              <a:spcAft>
                <a:spcPts val="0"/>
              </a:spcAft>
              <a:buSzPts val="1100"/>
              <a:buNone/>
              <a:defRPr/>
            </a:lvl1pPr>
            <a:lvl2pPr algn="l">
              <a:spcBef>
                <a:spcPts val="0"/>
              </a:spcBef>
              <a:spcAft>
                <a:spcPts val="0"/>
              </a:spcAft>
              <a:buSzPts val="1100"/>
              <a:buNone/>
              <a:defRPr/>
            </a:lvl2pPr>
            <a:lvl3pPr algn="l">
              <a:spcBef>
                <a:spcPts val="0"/>
              </a:spcBef>
              <a:spcAft>
                <a:spcPts val="0"/>
              </a:spcAft>
              <a:buSzPts val="1100"/>
              <a:buNone/>
              <a:defRPr/>
            </a:lvl3pPr>
            <a:lvl4pPr algn="l">
              <a:spcBef>
                <a:spcPts val="0"/>
              </a:spcBef>
              <a:spcAft>
                <a:spcPts val="0"/>
              </a:spcAft>
              <a:buSzPts val="1100"/>
              <a:buNone/>
              <a:defRPr/>
            </a:lvl4pPr>
            <a:lvl5pPr algn="l">
              <a:spcBef>
                <a:spcPts val="0"/>
              </a:spcBef>
              <a:spcAft>
                <a:spcPts val="0"/>
              </a:spcAft>
              <a:buSzPts val="1100"/>
              <a:buNone/>
              <a:defRPr/>
            </a:lvl5pPr>
            <a:lvl6pPr algn="l">
              <a:spcBef>
                <a:spcPts val="0"/>
              </a:spcBef>
              <a:spcAft>
                <a:spcPts val="0"/>
              </a:spcAft>
              <a:buSzPts val="1100"/>
              <a:buNone/>
              <a:defRPr/>
            </a:lvl6pPr>
            <a:lvl7pPr algn="l">
              <a:spcBef>
                <a:spcPts val="0"/>
              </a:spcBef>
              <a:spcAft>
                <a:spcPts val="0"/>
              </a:spcAft>
              <a:buSzPts val="1100"/>
              <a:buNone/>
              <a:defRPr/>
            </a:lvl7pPr>
            <a:lvl8pPr algn="l">
              <a:spcBef>
                <a:spcPts val="0"/>
              </a:spcBef>
              <a:spcAft>
                <a:spcPts val="0"/>
              </a:spcAft>
              <a:buSzPts val="1100"/>
              <a:buNone/>
              <a:defRPr/>
            </a:lvl8pPr>
            <a:lvl9pPr algn="l">
              <a:spcBef>
                <a:spcPts val="0"/>
              </a:spcBef>
              <a:spcAft>
                <a:spcPts val="0"/>
              </a:spcAft>
              <a:buSzPts val="1100"/>
              <a:buNone/>
              <a:defRPr/>
            </a:lvl9pPr>
          </a:lstStyle>
          <a:p xmlns:a="http://schemas.openxmlformats.org/drawingml/2006/main">
            <a:endParaRPr/>
          </a:p>
        </p:txBody>
      </p:sp>
      <p:sp>
        <p:nvSpPr>
          <p:cNvPr id="59" name="Google Shape;59;p9">
            <a:extLst xmlns:a="http://schemas.openxmlformats.org/drawingml/2006/main">
              <a:ext uri="{FF2B5EF4-FFF2-40B4-BE49-F238E27FC236}">
                <a16:creationId xmlns:a16="http://schemas.microsoft.com/office/drawing/2014/main" id="{A132BDB9-35A5-48E5-A240-E2B09F7E0A92}"/>
              </a:ext>
            </a:extLst>
          </p:cNvPr>
          <p:cNvSpPr>
            <a:spLocks xmlns:a="http://schemas.openxmlformats.org/drawingml/2006/main" noGrp="1"/>
          </p:cNvSpPr>
          <p:nvPr>
            <p:ph type="ftr" idx="11"/>
          </p:nvPr>
        </p:nvSpPr>
        <p:spPr>
          <a:xfrm xmlns:a="http://schemas.openxmlformats.org/drawingml/2006/main">
            <a:off x="3028950" y="4767263"/>
            <a:ext cx="3086100" cy="2739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68575" tIns="34275" rIns="68575" bIns="34275" anchor="ctr">
            <a:noAutofit/>
          </a:bodyPr>
          <a:lstStyle xmlns:a="http://schemas.openxmlformats.org/drawingml/2006/main">
            <a:lvl1pPr algn="ctr">
              <a:spcBef>
                <a:spcPts val="0"/>
              </a:spcBef>
              <a:spcAft>
                <a:spcPts val="0"/>
              </a:spcAft>
              <a:buSzPts val="1100"/>
              <a:buNone/>
              <a:defRPr/>
            </a:lvl1pPr>
            <a:lvl2pPr algn="l">
              <a:spcBef>
                <a:spcPts val="0"/>
              </a:spcBef>
              <a:spcAft>
                <a:spcPts val="0"/>
              </a:spcAft>
              <a:buSzPts val="1100"/>
              <a:buNone/>
              <a:defRPr/>
            </a:lvl2pPr>
            <a:lvl3pPr algn="l">
              <a:spcBef>
                <a:spcPts val="0"/>
              </a:spcBef>
              <a:spcAft>
                <a:spcPts val="0"/>
              </a:spcAft>
              <a:buSzPts val="1100"/>
              <a:buNone/>
              <a:defRPr/>
            </a:lvl3pPr>
            <a:lvl4pPr algn="l">
              <a:spcBef>
                <a:spcPts val="0"/>
              </a:spcBef>
              <a:spcAft>
                <a:spcPts val="0"/>
              </a:spcAft>
              <a:buSzPts val="1100"/>
              <a:buNone/>
              <a:defRPr/>
            </a:lvl4pPr>
            <a:lvl5pPr algn="l">
              <a:spcBef>
                <a:spcPts val="0"/>
              </a:spcBef>
              <a:spcAft>
                <a:spcPts val="0"/>
              </a:spcAft>
              <a:buSzPts val="1100"/>
              <a:buNone/>
              <a:defRPr/>
            </a:lvl5pPr>
            <a:lvl6pPr algn="l">
              <a:spcBef>
                <a:spcPts val="0"/>
              </a:spcBef>
              <a:spcAft>
                <a:spcPts val="0"/>
              </a:spcAft>
              <a:buSzPts val="1100"/>
              <a:buNone/>
              <a:defRPr/>
            </a:lvl6pPr>
            <a:lvl7pPr algn="l">
              <a:spcBef>
                <a:spcPts val="0"/>
              </a:spcBef>
              <a:spcAft>
                <a:spcPts val="0"/>
              </a:spcAft>
              <a:buSzPts val="1100"/>
              <a:buNone/>
              <a:defRPr/>
            </a:lvl7pPr>
            <a:lvl8pPr algn="l">
              <a:spcBef>
                <a:spcPts val="0"/>
              </a:spcBef>
              <a:spcAft>
                <a:spcPts val="0"/>
              </a:spcAft>
              <a:buSzPts val="1100"/>
              <a:buNone/>
              <a:defRPr/>
            </a:lvl8pPr>
            <a:lvl9pPr algn="l">
              <a:spcBef>
                <a:spcPts val="0"/>
              </a:spcBef>
              <a:spcAft>
                <a:spcPts val="0"/>
              </a:spcAft>
              <a:buSzPts val="1100"/>
              <a:buNone/>
              <a:defRPr/>
            </a:lvl9pPr>
          </a:lstStyle>
          <a:p xmlns:a="http://schemas.openxmlformats.org/drawingml/2006/main">
            <a:endParaRPr/>
          </a:p>
        </p:txBody>
      </p:sp>
      <p:sp>
        <p:nvSpPr>
          <p:cNvPr id="60" name="Google Shape;60;p9">
            <a:extLst xmlns:a="http://schemas.openxmlformats.org/drawingml/2006/main">
              <a:ext uri="{FF2B5EF4-FFF2-40B4-BE49-F238E27FC236}">
                <a16:creationId xmlns:a16="http://schemas.microsoft.com/office/drawing/2014/main" id="{6CE48C27-BF29-43FC-9C16-FA498B345FD8}"/>
              </a:ext>
            </a:extLst>
          </p:cNvPr>
          <p:cNvSpPr>
            <a:spLocks xmlns:a="http://schemas.openxmlformats.org/drawingml/2006/main" noGrp="1"/>
          </p:cNvSpPr>
          <p:nvPr>
            <p:ph type="sldNum" idx="12"/>
          </p:nvPr>
        </p:nvSpPr>
        <p:spPr>
          <a:xfrm xmlns:a="http://schemas.openxmlformats.org/drawingml/2006/main">
            <a:off x="6457950" y="4767263"/>
            <a:ext cx="2057400" cy="2739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68575" tIns="34275" rIns="68575" bIns="34275" anchor="ctr">
            <a:noAutofit/>
          </a:bodyPr>
          <a:lstStyle xmlns:a="http://schemas.openxmlformats.org/drawingml/2006/main">
            <a:lvl1pPr marL="0" indent="0" algn="r">
              <a:spcBef>
                <a:spcPts val="0"/>
              </a:spcBef>
              <a:buNone/>
              <a:defRPr/>
            </a:lvl1pPr>
            <a:lvl2pPr marL="0" indent="0" algn="r">
              <a:spcBef>
                <a:spcPts val="0"/>
              </a:spcBef>
              <a:buNone/>
              <a:defRPr/>
            </a:lvl2pPr>
            <a:lvl3pPr marL="0" indent="0" algn="r">
              <a:spcBef>
                <a:spcPts val="0"/>
              </a:spcBef>
              <a:buNone/>
              <a:defRPr/>
            </a:lvl3pPr>
            <a:lvl4pPr marL="0" indent="0" algn="r">
              <a:spcBef>
                <a:spcPts val="0"/>
              </a:spcBef>
              <a:buNone/>
              <a:defRPr/>
            </a:lvl4pPr>
            <a:lvl5pPr marL="0" indent="0" algn="r">
              <a:spcBef>
                <a:spcPts val="0"/>
              </a:spcBef>
              <a:buNone/>
              <a:defRPr/>
            </a:lvl5pPr>
            <a:lvl6pPr marL="0" indent="0" algn="r">
              <a:spcBef>
                <a:spcPts val="0"/>
              </a:spcBef>
              <a:buNone/>
              <a:defRPr/>
            </a:lvl6pPr>
            <a:lvl7pPr marL="0" indent="0" algn="r">
              <a:spcBef>
                <a:spcPts val="0"/>
              </a:spcBef>
              <a:buNone/>
              <a:defRPr/>
            </a:lvl7pPr>
            <a:lvl8pPr marL="0" indent="0" algn="r">
              <a:spcBef>
                <a:spcPts val="0"/>
              </a:spcBef>
              <a:buNone/>
              <a:defRPr/>
            </a:lvl8pPr>
            <a:lvl9pPr marL="0" indent="0" algn="r">
              <a:spcBef>
                <a:spcPts val="0"/>
              </a:spcBef>
              <a:buNone/>
              <a:defRPr/>
            </a:lvl9pPr>
          </a:lstStyle>
          <a:p xmlns:a="http://schemas.openxmlformats.org/drawingml/2006/main">
            <a:pPr marL="0" lvl="0" indent="0" algn="r">
              <a:spcBef>
                <a:spcPts val="0"/>
              </a:spcBef>
              <a:spcAft>
                <a:spcPts val="0"/>
              </a:spcAft>
              <a:buNone/>
            </a:pPr>
            <a:fld id="{00000000-1234-1234-1234-123412341234}" type="slidenum">
              <a:t>‹#›</a:t>
            </a:fld>
            <a:endParaRPr/>
          </a:p>
        </p:txBody>
      </p:sp>
    </p:spTree>
  </p:cSld>
</p:sldLayout>
</file>

<file path=ppt/slideLayouts/slideLayout9.xml><?xml version="1.0" encoding="utf-8"?>
<p:sldLayout xmlns:p="http://schemas.openxmlformats.org/presentationml/2006/main" matchingName="Picture with Caption" type="picTx">
  <p:cSld name="PICTURE_WITH_CAPTION_TEXT">
    <p:spTree>
      <p:nvGrpSpPr>
        <p:cNvPr id="1" name=""/>
        <p:cNvGrpSpPr/>
        <p:nvPr/>
      </p:nvGrpSpPr>
      <p:grpSpPr>
        <a:xfrm xmlns:a="http://schemas.openxmlformats.org/drawingml/2006/main"/>
      </p:grpSpPr>
      <p:sp>
        <p:nvSpPr>
          <p:cNvPr id="62" name="Google Shape;62;p10">
            <a:extLst xmlns:a="http://schemas.openxmlformats.org/drawingml/2006/main">
              <a:ext uri="{FF2B5EF4-FFF2-40B4-BE49-F238E27FC236}">
                <a16:creationId xmlns:a16="http://schemas.microsoft.com/office/drawing/2014/main" id="{0B1502F9-F0EA-4C0B-B38A-B0D261FDFBF1}"/>
              </a:ext>
            </a:extLst>
          </p:cNvPr>
          <p:cNvSpPr>
            <a:spLocks xmlns:a="http://schemas.openxmlformats.org/drawingml/2006/main" noGrp="1"/>
          </p:cNvSpPr>
          <p:nvPr>
            <p:ph type="title" idx="0"/>
          </p:nvPr>
        </p:nvSpPr>
        <p:spPr>
          <a:xfrm xmlns:a="http://schemas.openxmlformats.org/drawingml/2006/main">
            <a:off x="629841" y="342900"/>
            <a:ext cx="2949300" cy="12003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68575" tIns="34275" rIns="68575" bIns="34275" anchor="b">
            <a:normAutofit/>
          </a:bodyPr>
          <a:lstStyle xmlns:a="http://schemas.openxmlformats.org/drawingml/2006/main">
            <a:lvl1pPr algn="l">
              <a:lnSpc>
                <a:spcPct val="90000"/>
              </a:lnSpc>
              <a:spcBef>
                <a:spcPts val="0"/>
              </a:spcBef>
              <a:spcAft>
                <a:spcPts val="0"/>
              </a:spcAft>
              <a:buClr>
                <a:schemeClr val="dk1"/>
              </a:buClr>
              <a:buSzPts val="2400"/>
              <a:buFont typeface="Calibri"/>
              <a:buNone/>
              <a:defRPr sz="2400"/>
            </a:lvl1pPr>
            <a:lvl2pPr>
              <a:spcBef>
                <a:spcPts val="0"/>
              </a:spcBef>
              <a:spcAft>
                <a:spcPts val="0"/>
              </a:spcAft>
              <a:buSzPts val="1100"/>
              <a:buNone/>
              <a:defRPr/>
            </a:lvl2pPr>
            <a:lvl3pPr>
              <a:spcBef>
                <a:spcPts val="0"/>
              </a:spcBef>
              <a:spcAft>
                <a:spcPts val="0"/>
              </a:spcAft>
              <a:buSzPts val="1100"/>
              <a:buNone/>
              <a:defRPr/>
            </a:lvl3pPr>
            <a:lvl4pPr>
              <a:spcBef>
                <a:spcPts val="0"/>
              </a:spcBef>
              <a:spcAft>
                <a:spcPts val="0"/>
              </a:spcAft>
              <a:buSzPts val="1100"/>
              <a:buNone/>
              <a:defRPr/>
            </a:lvl4pPr>
            <a:lvl5pPr>
              <a:spcBef>
                <a:spcPts val="0"/>
              </a:spcBef>
              <a:spcAft>
                <a:spcPts val="0"/>
              </a:spcAft>
              <a:buSzPts val="1100"/>
              <a:buNone/>
              <a:defRPr/>
            </a:lvl5pPr>
            <a:lvl6pPr>
              <a:spcBef>
                <a:spcPts val="0"/>
              </a:spcBef>
              <a:spcAft>
                <a:spcPts val="0"/>
              </a:spcAft>
              <a:buSzPts val="1100"/>
              <a:buNone/>
              <a:defRPr/>
            </a:lvl6pPr>
            <a:lvl7pPr>
              <a:spcBef>
                <a:spcPts val="0"/>
              </a:spcBef>
              <a:spcAft>
                <a:spcPts val="0"/>
              </a:spcAft>
              <a:buSzPts val="1100"/>
              <a:buNone/>
              <a:defRPr/>
            </a:lvl7pPr>
            <a:lvl8pPr>
              <a:spcBef>
                <a:spcPts val="0"/>
              </a:spcBef>
              <a:spcAft>
                <a:spcPts val="0"/>
              </a:spcAft>
              <a:buSzPts val="1100"/>
              <a:buNone/>
              <a:defRPr/>
            </a:lvl8pPr>
            <a:lvl9pPr>
              <a:spcBef>
                <a:spcPts val="0"/>
              </a:spcBef>
              <a:spcAft>
                <a:spcPts val="0"/>
              </a:spcAft>
              <a:buSzPts val="1100"/>
              <a:buNone/>
              <a:defRPr/>
            </a:lvl9pPr>
          </a:lstStyle>
          <a:p xmlns:a="http://schemas.openxmlformats.org/drawingml/2006/main">
            <a:endParaRPr/>
          </a:p>
        </p:txBody>
      </p:sp>
      <p:sp>
        <p:nvSpPr>
          <p:cNvPr id="63" name="Google Shape;63;p10">
            <a:extLst xmlns:a="http://schemas.openxmlformats.org/drawingml/2006/main">
              <a:ext uri="{FF2B5EF4-FFF2-40B4-BE49-F238E27FC236}">
                <a16:creationId xmlns:a16="http://schemas.microsoft.com/office/drawing/2014/main" id="{6F24C435-A0A3-455D-9689-F97E0CBDFA32}"/>
              </a:ext>
            </a:extLst>
          </p:cNvPr>
          <p:cNvSpPr>
            <a:spLocks xmlns:a="http://schemas.openxmlformats.org/drawingml/2006/main" noGrp="1"/>
          </p:cNvSpPr>
          <p:nvPr>
            <p:ph type="pic" idx="2"/>
          </p:nvPr>
        </p:nvSpPr>
        <p:spPr>
          <a:xfrm xmlns:a="http://schemas.openxmlformats.org/drawingml/2006/main">
            <a:off x="3887391" y="740569"/>
            <a:ext cx="4629300" cy="3655200"/>
          </a:xfrm>
          <a:prstGeom xmlns:a="http://schemas.openxmlformats.org/drawingml/2006/main" prst="rect">
            <a:avLst/>
          </a:prstGeom>
          <a:noFill xmlns:a="http://schemas.openxmlformats.org/drawingml/2006/main"/>
          <a:ln xmlns:a="http://schemas.openxmlformats.org/drawingml/2006/main">
            <a:noFill/>
          </a:ln>
        </p:spPr>
      </p:sp>
      <p:sp>
        <p:nvSpPr>
          <p:cNvPr id="64" name="Google Shape;64;p10">
            <a:extLst xmlns:a="http://schemas.openxmlformats.org/drawingml/2006/main">
              <a:ext uri="{FF2B5EF4-FFF2-40B4-BE49-F238E27FC236}">
                <a16:creationId xmlns:a16="http://schemas.microsoft.com/office/drawing/2014/main" id="{67A04823-0A51-490C-BB11-1269AB4E52BA}"/>
              </a:ext>
            </a:extLst>
          </p:cNvPr>
          <p:cNvSpPr>
            <a:spLocks xmlns:a="http://schemas.openxmlformats.org/drawingml/2006/main" noGrp="1"/>
          </p:cNvSpPr>
          <p:nvPr>
            <p:ph type="body" idx="1"/>
          </p:nvPr>
        </p:nvSpPr>
        <p:spPr>
          <a:xfrm xmlns:a="http://schemas.openxmlformats.org/drawingml/2006/main">
            <a:off x="629841" y="1543050"/>
            <a:ext cx="2949300" cy="28587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68575" tIns="34275" rIns="68575" bIns="34275" anchor="t">
            <a:normAutofit/>
          </a:bodyPr>
          <a:lstStyle xmlns:a="http://schemas.openxmlformats.org/drawingml/2006/main">
            <a:lvl1pPr marL="457200" indent="-228600" algn="l">
              <a:lnSpc>
                <a:spcPct val="90000"/>
              </a:lnSpc>
              <a:spcBef>
                <a:spcPts val="800"/>
              </a:spcBef>
              <a:spcAft>
                <a:spcPts val="0"/>
              </a:spcAft>
              <a:buClr>
                <a:schemeClr val="dk1"/>
              </a:buClr>
              <a:buSzPts val="1200"/>
              <a:buNone/>
              <a:defRPr sz="1200"/>
            </a:lvl1pPr>
            <a:lvl2pPr marL="914400" indent="-228600" algn="l">
              <a:lnSpc>
                <a:spcPct val="90000"/>
              </a:lnSpc>
              <a:spcBef>
                <a:spcPts val="400"/>
              </a:spcBef>
              <a:spcAft>
                <a:spcPts val="0"/>
              </a:spcAft>
              <a:buClr>
                <a:schemeClr val="dk1"/>
              </a:buClr>
              <a:buSzPts val="1100"/>
              <a:buNone/>
              <a:defRPr sz="1100"/>
            </a:lvl2pPr>
            <a:lvl3pPr marL="1371600" indent="-228600" algn="l">
              <a:lnSpc>
                <a:spcPct val="90000"/>
              </a:lnSpc>
              <a:spcBef>
                <a:spcPts val="400"/>
              </a:spcBef>
              <a:spcAft>
                <a:spcPts val="0"/>
              </a:spcAft>
              <a:buClr>
                <a:schemeClr val="dk1"/>
              </a:buClr>
              <a:buSzPts val="900"/>
              <a:buNone/>
              <a:defRPr sz="900"/>
            </a:lvl3pPr>
            <a:lvl4pPr marL="1828800" indent="-228600" algn="l">
              <a:lnSpc>
                <a:spcPct val="90000"/>
              </a:lnSpc>
              <a:spcBef>
                <a:spcPts val="400"/>
              </a:spcBef>
              <a:spcAft>
                <a:spcPts val="0"/>
              </a:spcAft>
              <a:buClr>
                <a:schemeClr val="dk1"/>
              </a:buClr>
              <a:buSzPts val="800"/>
              <a:buNone/>
              <a:defRPr sz="800"/>
            </a:lvl4pPr>
            <a:lvl5pPr marL="2286000" indent="-228600" algn="l">
              <a:lnSpc>
                <a:spcPct val="90000"/>
              </a:lnSpc>
              <a:spcBef>
                <a:spcPts val="400"/>
              </a:spcBef>
              <a:spcAft>
                <a:spcPts val="0"/>
              </a:spcAft>
              <a:buClr>
                <a:schemeClr val="dk1"/>
              </a:buClr>
              <a:buSzPts val="800"/>
              <a:buNone/>
              <a:defRPr sz="800"/>
            </a:lvl5pPr>
            <a:lvl6pPr marL="2743200" indent="-228600" algn="l">
              <a:lnSpc>
                <a:spcPct val="90000"/>
              </a:lnSpc>
              <a:spcBef>
                <a:spcPts val="400"/>
              </a:spcBef>
              <a:spcAft>
                <a:spcPts val="0"/>
              </a:spcAft>
              <a:buClr>
                <a:schemeClr val="dk1"/>
              </a:buClr>
              <a:buSzPts val="800"/>
              <a:buNone/>
              <a:defRPr sz="800"/>
            </a:lvl6pPr>
            <a:lvl7pPr marL="3200400" indent="-228600" algn="l">
              <a:lnSpc>
                <a:spcPct val="90000"/>
              </a:lnSpc>
              <a:spcBef>
                <a:spcPts val="400"/>
              </a:spcBef>
              <a:spcAft>
                <a:spcPts val="0"/>
              </a:spcAft>
              <a:buClr>
                <a:schemeClr val="dk1"/>
              </a:buClr>
              <a:buSzPts val="800"/>
              <a:buNone/>
              <a:defRPr sz="800"/>
            </a:lvl7pPr>
            <a:lvl8pPr marL="3657600" indent="-228600" algn="l">
              <a:lnSpc>
                <a:spcPct val="90000"/>
              </a:lnSpc>
              <a:spcBef>
                <a:spcPts val="400"/>
              </a:spcBef>
              <a:spcAft>
                <a:spcPts val="0"/>
              </a:spcAft>
              <a:buClr>
                <a:schemeClr val="dk1"/>
              </a:buClr>
              <a:buSzPts val="800"/>
              <a:buNone/>
              <a:defRPr sz="800"/>
            </a:lvl8pPr>
            <a:lvl9pPr marL="4114800" indent="-228600" algn="l">
              <a:lnSpc>
                <a:spcPct val="90000"/>
              </a:lnSpc>
              <a:spcBef>
                <a:spcPts val="400"/>
              </a:spcBef>
              <a:spcAft>
                <a:spcPts val="0"/>
              </a:spcAft>
              <a:buClr>
                <a:schemeClr val="dk1"/>
              </a:buClr>
              <a:buSzPts val="800"/>
              <a:buNone/>
              <a:defRPr sz="800"/>
            </a:lvl9pPr>
          </a:lstStyle>
          <a:p xmlns:a="http://schemas.openxmlformats.org/drawingml/2006/main">
            <a:endParaRPr/>
          </a:p>
        </p:txBody>
      </p:sp>
      <p:sp>
        <p:nvSpPr>
          <p:cNvPr id="65" name="Google Shape;65;p10">
            <a:extLst xmlns:a="http://schemas.openxmlformats.org/drawingml/2006/main">
              <a:ext uri="{FF2B5EF4-FFF2-40B4-BE49-F238E27FC236}">
                <a16:creationId xmlns:a16="http://schemas.microsoft.com/office/drawing/2014/main" id="{9327F638-2111-422C-8243-E63869AADD99}"/>
              </a:ext>
            </a:extLst>
          </p:cNvPr>
          <p:cNvSpPr>
            <a:spLocks xmlns:a="http://schemas.openxmlformats.org/drawingml/2006/main" noGrp="1"/>
          </p:cNvSpPr>
          <p:nvPr>
            <p:ph type="dt" idx="10"/>
          </p:nvPr>
        </p:nvSpPr>
        <p:spPr>
          <a:xfrm xmlns:a="http://schemas.openxmlformats.org/drawingml/2006/main">
            <a:off x="628650" y="4767263"/>
            <a:ext cx="2057400" cy="2739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68575" tIns="34275" rIns="68575" bIns="34275" anchor="ctr">
            <a:noAutofit/>
          </a:bodyPr>
          <a:lstStyle xmlns:a="http://schemas.openxmlformats.org/drawingml/2006/main">
            <a:lvl1pPr algn="l">
              <a:spcBef>
                <a:spcPts val="0"/>
              </a:spcBef>
              <a:spcAft>
                <a:spcPts val="0"/>
              </a:spcAft>
              <a:buSzPts val="1100"/>
              <a:buNone/>
              <a:defRPr/>
            </a:lvl1pPr>
            <a:lvl2pPr algn="l">
              <a:spcBef>
                <a:spcPts val="0"/>
              </a:spcBef>
              <a:spcAft>
                <a:spcPts val="0"/>
              </a:spcAft>
              <a:buSzPts val="1100"/>
              <a:buNone/>
              <a:defRPr/>
            </a:lvl2pPr>
            <a:lvl3pPr algn="l">
              <a:spcBef>
                <a:spcPts val="0"/>
              </a:spcBef>
              <a:spcAft>
                <a:spcPts val="0"/>
              </a:spcAft>
              <a:buSzPts val="1100"/>
              <a:buNone/>
              <a:defRPr/>
            </a:lvl3pPr>
            <a:lvl4pPr algn="l">
              <a:spcBef>
                <a:spcPts val="0"/>
              </a:spcBef>
              <a:spcAft>
                <a:spcPts val="0"/>
              </a:spcAft>
              <a:buSzPts val="1100"/>
              <a:buNone/>
              <a:defRPr/>
            </a:lvl4pPr>
            <a:lvl5pPr algn="l">
              <a:spcBef>
                <a:spcPts val="0"/>
              </a:spcBef>
              <a:spcAft>
                <a:spcPts val="0"/>
              </a:spcAft>
              <a:buSzPts val="1100"/>
              <a:buNone/>
              <a:defRPr/>
            </a:lvl5pPr>
            <a:lvl6pPr algn="l">
              <a:spcBef>
                <a:spcPts val="0"/>
              </a:spcBef>
              <a:spcAft>
                <a:spcPts val="0"/>
              </a:spcAft>
              <a:buSzPts val="1100"/>
              <a:buNone/>
              <a:defRPr/>
            </a:lvl6pPr>
            <a:lvl7pPr algn="l">
              <a:spcBef>
                <a:spcPts val="0"/>
              </a:spcBef>
              <a:spcAft>
                <a:spcPts val="0"/>
              </a:spcAft>
              <a:buSzPts val="1100"/>
              <a:buNone/>
              <a:defRPr/>
            </a:lvl7pPr>
            <a:lvl8pPr algn="l">
              <a:spcBef>
                <a:spcPts val="0"/>
              </a:spcBef>
              <a:spcAft>
                <a:spcPts val="0"/>
              </a:spcAft>
              <a:buSzPts val="1100"/>
              <a:buNone/>
              <a:defRPr/>
            </a:lvl8pPr>
            <a:lvl9pPr algn="l">
              <a:spcBef>
                <a:spcPts val="0"/>
              </a:spcBef>
              <a:spcAft>
                <a:spcPts val="0"/>
              </a:spcAft>
              <a:buSzPts val="1100"/>
              <a:buNone/>
              <a:defRPr/>
            </a:lvl9pPr>
          </a:lstStyle>
          <a:p xmlns:a="http://schemas.openxmlformats.org/drawingml/2006/main">
            <a:endParaRPr/>
          </a:p>
        </p:txBody>
      </p:sp>
      <p:sp>
        <p:nvSpPr>
          <p:cNvPr id="66" name="Google Shape;66;p10">
            <a:extLst xmlns:a="http://schemas.openxmlformats.org/drawingml/2006/main">
              <a:ext uri="{FF2B5EF4-FFF2-40B4-BE49-F238E27FC236}">
                <a16:creationId xmlns:a16="http://schemas.microsoft.com/office/drawing/2014/main" id="{A89E58F9-B0F2-44D1-A9BF-9A884B266475}"/>
              </a:ext>
            </a:extLst>
          </p:cNvPr>
          <p:cNvSpPr>
            <a:spLocks xmlns:a="http://schemas.openxmlformats.org/drawingml/2006/main" noGrp="1"/>
          </p:cNvSpPr>
          <p:nvPr>
            <p:ph type="ftr" idx="11"/>
          </p:nvPr>
        </p:nvSpPr>
        <p:spPr>
          <a:xfrm xmlns:a="http://schemas.openxmlformats.org/drawingml/2006/main">
            <a:off x="3028950" y="4767263"/>
            <a:ext cx="3086100" cy="2739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68575" tIns="34275" rIns="68575" bIns="34275" anchor="ctr">
            <a:noAutofit/>
          </a:bodyPr>
          <a:lstStyle xmlns:a="http://schemas.openxmlformats.org/drawingml/2006/main">
            <a:lvl1pPr algn="ctr">
              <a:spcBef>
                <a:spcPts val="0"/>
              </a:spcBef>
              <a:spcAft>
                <a:spcPts val="0"/>
              </a:spcAft>
              <a:buSzPts val="1100"/>
              <a:buNone/>
              <a:defRPr/>
            </a:lvl1pPr>
            <a:lvl2pPr algn="l">
              <a:spcBef>
                <a:spcPts val="0"/>
              </a:spcBef>
              <a:spcAft>
                <a:spcPts val="0"/>
              </a:spcAft>
              <a:buSzPts val="1100"/>
              <a:buNone/>
              <a:defRPr/>
            </a:lvl2pPr>
            <a:lvl3pPr algn="l">
              <a:spcBef>
                <a:spcPts val="0"/>
              </a:spcBef>
              <a:spcAft>
                <a:spcPts val="0"/>
              </a:spcAft>
              <a:buSzPts val="1100"/>
              <a:buNone/>
              <a:defRPr/>
            </a:lvl3pPr>
            <a:lvl4pPr algn="l">
              <a:spcBef>
                <a:spcPts val="0"/>
              </a:spcBef>
              <a:spcAft>
                <a:spcPts val="0"/>
              </a:spcAft>
              <a:buSzPts val="1100"/>
              <a:buNone/>
              <a:defRPr/>
            </a:lvl4pPr>
            <a:lvl5pPr algn="l">
              <a:spcBef>
                <a:spcPts val="0"/>
              </a:spcBef>
              <a:spcAft>
                <a:spcPts val="0"/>
              </a:spcAft>
              <a:buSzPts val="1100"/>
              <a:buNone/>
              <a:defRPr/>
            </a:lvl5pPr>
            <a:lvl6pPr algn="l">
              <a:spcBef>
                <a:spcPts val="0"/>
              </a:spcBef>
              <a:spcAft>
                <a:spcPts val="0"/>
              </a:spcAft>
              <a:buSzPts val="1100"/>
              <a:buNone/>
              <a:defRPr/>
            </a:lvl6pPr>
            <a:lvl7pPr algn="l">
              <a:spcBef>
                <a:spcPts val="0"/>
              </a:spcBef>
              <a:spcAft>
                <a:spcPts val="0"/>
              </a:spcAft>
              <a:buSzPts val="1100"/>
              <a:buNone/>
              <a:defRPr/>
            </a:lvl7pPr>
            <a:lvl8pPr algn="l">
              <a:spcBef>
                <a:spcPts val="0"/>
              </a:spcBef>
              <a:spcAft>
                <a:spcPts val="0"/>
              </a:spcAft>
              <a:buSzPts val="1100"/>
              <a:buNone/>
              <a:defRPr/>
            </a:lvl8pPr>
            <a:lvl9pPr algn="l">
              <a:spcBef>
                <a:spcPts val="0"/>
              </a:spcBef>
              <a:spcAft>
                <a:spcPts val="0"/>
              </a:spcAft>
              <a:buSzPts val="1100"/>
              <a:buNone/>
              <a:defRPr/>
            </a:lvl9pPr>
          </a:lstStyle>
          <a:p xmlns:a="http://schemas.openxmlformats.org/drawingml/2006/main">
            <a:endParaRPr/>
          </a:p>
        </p:txBody>
      </p:sp>
      <p:sp>
        <p:nvSpPr>
          <p:cNvPr id="67" name="Google Shape;67;p10">
            <a:extLst xmlns:a="http://schemas.openxmlformats.org/drawingml/2006/main">
              <a:ext uri="{FF2B5EF4-FFF2-40B4-BE49-F238E27FC236}">
                <a16:creationId xmlns:a16="http://schemas.microsoft.com/office/drawing/2014/main" id="{C0FE4FB2-3DF5-43FF-A5FD-26EC6EC396D0}"/>
              </a:ext>
            </a:extLst>
          </p:cNvPr>
          <p:cNvSpPr>
            <a:spLocks xmlns:a="http://schemas.openxmlformats.org/drawingml/2006/main" noGrp="1"/>
          </p:cNvSpPr>
          <p:nvPr>
            <p:ph type="sldNum" idx="12"/>
          </p:nvPr>
        </p:nvSpPr>
        <p:spPr>
          <a:xfrm xmlns:a="http://schemas.openxmlformats.org/drawingml/2006/main">
            <a:off x="6457950" y="4767263"/>
            <a:ext cx="2057400" cy="2739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68575" tIns="34275" rIns="68575" bIns="34275" anchor="ctr">
            <a:noAutofit/>
          </a:bodyPr>
          <a:lstStyle xmlns:a="http://schemas.openxmlformats.org/drawingml/2006/main">
            <a:lvl1pPr marL="0" indent="0" algn="r">
              <a:spcBef>
                <a:spcPts val="0"/>
              </a:spcBef>
              <a:buNone/>
              <a:defRPr/>
            </a:lvl1pPr>
            <a:lvl2pPr marL="0" indent="0" algn="r">
              <a:spcBef>
                <a:spcPts val="0"/>
              </a:spcBef>
              <a:buNone/>
              <a:defRPr/>
            </a:lvl2pPr>
            <a:lvl3pPr marL="0" indent="0" algn="r">
              <a:spcBef>
                <a:spcPts val="0"/>
              </a:spcBef>
              <a:buNone/>
              <a:defRPr/>
            </a:lvl3pPr>
            <a:lvl4pPr marL="0" indent="0" algn="r">
              <a:spcBef>
                <a:spcPts val="0"/>
              </a:spcBef>
              <a:buNone/>
              <a:defRPr/>
            </a:lvl4pPr>
            <a:lvl5pPr marL="0" indent="0" algn="r">
              <a:spcBef>
                <a:spcPts val="0"/>
              </a:spcBef>
              <a:buNone/>
              <a:defRPr/>
            </a:lvl5pPr>
            <a:lvl6pPr marL="0" indent="0" algn="r">
              <a:spcBef>
                <a:spcPts val="0"/>
              </a:spcBef>
              <a:buNone/>
              <a:defRPr/>
            </a:lvl6pPr>
            <a:lvl7pPr marL="0" indent="0" algn="r">
              <a:spcBef>
                <a:spcPts val="0"/>
              </a:spcBef>
              <a:buNone/>
              <a:defRPr/>
            </a:lvl7pPr>
            <a:lvl8pPr marL="0" indent="0" algn="r">
              <a:spcBef>
                <a:spcPts val="0"/>
              </a:spcBef>
              <a:buNone/>
              <a:defRPr/>
            </a:lvl8pPr>
            <a:lvl9pPr marL="0" indent="0" algn="r">
              <a:spcBef>
                <a:spcPts val="0"/>
              </a:spcBef>
              <a:buNone/>
              <a:defRPr/>
            </a:lvl9pPr>
          </a:lstStyle>
          <a:p xmlns:a="http://schemas.openxmlformats.org/drawingml/2006/main">
            <a:pPr marL="0" lvl="0" indent="0" algn="r">
              <a:spcBef>
                <a:spcPts val="0"/>
              </a:spcBef>
              <a:spcAft>
                <a:spcPts val="0"/>
              </a:spcAft>
              <a:buNone/>
            </a:pPr>
            <a:fld id="{00000000-1234-1234-1234-123412341234}" type="slidenum">
              <a:t>‹#›</a:t>
            </a:fld>
            <a:endParaRPr/>
          </a:p>
        </p:txBody>
      </p:sp>
    </p:spTree>
  </p:cSld>
</p:sldLayout>
</file>

<file path=ppt/slideLayouts/slideLayout10.xml><?xml version="1.0" encoding="utf-8"?>
<p:sldLayout xmlns:p="http://schemas.openxmlformats.org/presentationml/2006/main" matchingName="Title and Vertical Text" type="vertTx">
  <p:cSld name="VERTICAL_TEXT">
    <p:spTree>
      <p:nvGrpSpPr>
        <p:cNvPr id="1" name=""/>
        <p:cNvGrpSpPr/>
        <p:nvPr/>
      </p:nvGrpSpPr>
      <p:grpSpPr>
        <a:xfrm xmlns:a="http://schemas.openxmlformats.org/drawingml/2006/main"/>
      </p:grpSpPr>
      <p:sp>
        <p:nvSpPr>
          <p:cNvPr id="69" name="Google Shape;69;p11">
            <a:extLst xmlns:a="http://schemas.openxmlformats.org/drawingml/2006/main">
              <a:ext uri="{FF2B5EF4-FFF2-40B4-BE49-F238E27FC236}">
                <a16:creationId xmlns:a16="http://schemas.microsoft.com/office/drawing/2014/main" id="{7FEFBFE8-9F15-4646-AE8A-20BF6725716D}"/>
              </a:ext>
            </a:extLst>
          </p:cNvPr>
          <p:cNvSpPr>
            <a:spLocks xmlns:a="http://schemas.openxmlformats.org/drawingml/2006/main" noGrp="1"/>
          </p:cNvSpPr>
          <p:nvPr>
            <p:ph type="title" idx="0"/>
          </p:nvPr>
        </p:nvSpPr>
        <p:spPr>
          <a:xfrm xmlns:a="http://schemas.openxmlformats.org/drawingml/2006/main">
            <a:off x="628650" y="273844"/>
            <a:ext cx="7886700" cy="9942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68575" tIns="34275" rIns="68575" bIns="34275" anchor="ctr">
            <a:normAutofit/>
          </a:bodyPr>
          <a:lstStyle xmlns:a="http://schemas.openxmlformats.org/drawingml/2006/main">
            <a:lvl1pPr algn="l">
              <a:lnSpc>
                <a:spcPct val="90000"/>
              </a:lnSpc>
              <a:spcBef>
                <a:spcPts val="0"/>
              </a:spcBef>
              <a:spcAft>
                <a:spcPts val="0"/>
              </a:spcAft>
              <a:buClr>
                <a:schemeClr val="dk1"/>
              </a:buClr>
              <a:buSzPts val="1400"/>
              <a:buNone/>
              <a:defRPr/>
            </a:lvl1pPr>
            <a:lvl2pPr>
              <a:spcBef>
                <a:spcPts val="0"/>
              </a:spcBef>
              <a:spcAft>
                <a:spcPts val="0"/>
              </a:spcAft>
              <a:buSzPts val="1100"/>
              <a:buNone/>
              <a:defRPr/>
            </a:lvl2pPr>
            <a:lvl3pPr>
              <a:spcBef>
                <a:spcPts val="0"/>
              </a:spcBef>
              <a:spcAft>
                <a:spcPts val="0"/>
              </a:spcAft>
              <a:buSzPts val="1100"/>
              <a:buNone/>
              <a:defRPr/>
            </a:lvl3pPr>
            <a:lvl4pPr>
              <a:spcBef>
                <a:spcPts val="0"/>
              </a:spcBef>
              <a:spcAft>
                <a:spcPts val="0"/>
              </a:spcAft>
              <a:buSzPts val="1100"/>
              <a:buNone/>
              <a:defRPr/>
            </a:lvl4pPr>
            <a:lvl5pPr>
              <a:spcBef>
                <a:spcPts val="0"/>
              </a:spcBef>
              <a:spcAft>
                <a:spcPts val="0"/>
              </a:spcAft>
              <a:buSzPts val="1100"/>
              <a:buNone/>
              <a:defRPr/>
            </a:lvl5pPr>
            <a:lvl6pPr>
              <a:spcBef>
                <a:spcPts val="0"/>
              </a:spcBef>
              <a:spcAft>
                <a:spcPts val="0"/>
              </a:spcAft>
              <a:buSzPts val="1100"/>
              <a:buNone/>
              <a:defRPr/>
            </a:lvl6pPr>
            <a:lvl7pPr>
              <a:spcBef>
                <a:spcPts val="0"/>
              </a:spcBef>
              <a:spcAft>
                <a:spcPts val="0"/>
              </a:spcAft>
              <a:buSzPts val="1100"/>
              <a:buNone/>
              <a:defRPr/>
            </a:lvl7pPr>
            <a:lvl8pPr>
              <a:spcBef>
                <a:spcPts val="0"/>
              </a:spcBef>
              <a:spcAft>
                <a:spcPts val="0"/>
              </a:spcAft>
              <a:buSzPts val="1100"/>
              <a:buNone/>
              <a:defRPr/>
            </a:lvl8pPr>
            <a:lvl9pPr>
              <a:spcBef>
                <a:spcPts val="0"/>
              </a:spcBef>
              <a:spcAft>
                <a:spcPts val="0"/>
              </a:spcAft>
              <a:buSzPts val="1100"/>
              <a:buNone/>
              <a:defRPr/>
            </a:lvl9pPr>
          </a:lstStyle>
          <a:p xmlns:a="http://schemas.openxmlformats.org/drawingml/2006/main">
            <a:endParaRPr/>
          </a:p>
        </p:txBody>
      </p:sp>
      <p:sp>
        <p:nvSpPr>
          <p:cNvPr id="70" name="Google Shape;70;p11">
            <a:extLst xmlns:a="http://schemas.openxmlformats.org/drawingml/2006/main">
              <a:ext uri="{FF2B5EF4-FFF2-40B4-BE49-F238E27FC236}">
                <a16:creationId xmlns:a16="http://schemas.microsoft.com/office/drawing/2014/main" id="{96DE88DC-A09F-456D-B0D5-67C07C4755E5}"/>
              </a:ext>
            </a:extLst>
          </p:cNvPr>
          <p:cNvSpPr>
            <a:spLocks xmlns:a="http://schemas.openxmlformats.org/drawingml/2006/main" noGrp="1"/>
          </p:cNvSpPr>
          <p:nvPr>
            <p:ph type="body" idx="1"/>
          </p:nvPr>
        </p:nvSpPr>
        <p:spPr>
          <a:xfrm xmlns:a="http://schemas.openxmlformats.org/drawingml/2006/main" rot="5400000">
            <a:off x="2940300" y="-942431"/>
            <a:ext cx="3263400" cy="78867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68575" tIns="34275" rIns="68575" bIns="34275" anchor="t">
            <a:normAutofit/>
          </a:bodyPr>
          <a:lstStyle xmlns:a="http://schemas.openxmlformats.org/drawingml/2006/main">
            <a:lvl1pPr marL="457200" indent="-317500" algn="l">
              <a:lnSpc>
                <a:spcPct val="90000"/>
              </a:lnSpc>
              <a:spcBef>
                <a:spcPts val="800"/>
              </a:spcBef>
              <a:spcAft>
                <a:spcPts val="0"/>
              </a:spcAft>
              <a:buClr>
                <a:schemeClr val="dk1"/>
              </a:buClr>
              <a:buSzPts val="1400"/>
              <a:buChar char="•"/>
              <a:defRPr/>
            </a:lvl1pPr>
            <a:lvl2pPr marL="914400" indent="-317500" algn="l">
              <a:lnSpc>
                <a:spcPct val="90000"/>
              </a:lnSpc>
              <a:spcBef>
                <a:spcPts val="400"/>
              </a:spcBef>
              <a:spcAft>
                <a:spcPts val="0"/>
              </a:spcAft>
              <a:buClr>
                <a:schemeClr val="dk1"/>
              </a:buClr>
              <a:buSzPts val="1400"/>
              <a:buChar char="•"/>
              <a:defRPr/>
            </a:lvl2pPr>
            <a:lvl3pPr marL="1371600" indent="-317500" algn="l">
              <a:lnSpc>
                <a:spcPct val="90000"/>
              </a:lnSpc>
              <a:spcBef>
                <a:spcPts val="400"/>
              </a:spcBef>
              <a:spcAft>
                <a:spcPts val="0"/>
              </a:spcAft>
              <a:buClr>
                <a:schemeClr val="dk1"/>
              </a:buClr>
              <a:buSzPts val="1400"/>
              <a:buChar char="•"/>
              <a:defRPr/>
            </a:lvl3pPr>
            <a:lvl4pPr marL="1828800" indent="-317500" algn="l">
              <a:lnSpc>
                <a:spcPct val="90000"/>
              </a:lnSpc>
              <a:spcBef>
                <a:spcPts val="400"/>
              </a:spcBef>
              <a:spcAft>
                <a:spcPts val="0"/>
              </a:spcAft>
              <a:buClr>
                <a:schemeClr val="dk1"/>
              </a:buClr>
              <a:buSzPts val="1400"/>
              <a:buChar char="•"/>
              <a:defRPr/>
            </a:lvl4pPr>
            <a:lvl5pPr marL="2286000" indent="-317500" algn="l">
              <a:lnSpc>
                <a:spcPct val="90000"/>
              </a:lnSpc>
              <a:spcBef>
                <a:spcPts val="400"/>
              </a:spcBef>
              <a:spcAft>
                <a:spcPts val="0"/>
              </a:spcAft>
              <a:buClr>
                <a:schemeClr val="dk1"/>
              </a:buClr>
              <a:buSzPts val="1400"/>
              <a:buChar char="•"/>
              <a:defRPr/>
            </a:lvl5pPr>
            <a:lvl6pPr marL="2743200" indent="-317500" algn="l">
              <a:lnSpc>
                <a:spcPct val="90000"/>
              </a:lnSpc>
              <a:spcBef>
                <a:spcPts val="400"/>
              </a:spcBef>
              <a:spcAft>
                <a:spcPts val="0"/>
              </a:spcAft>
              <a:buClr>
                <a:schemeClr val="dk1"/>
              </a:buClr>
              <a:buSzPts val="1400"/>
              <a:buChar char="•"/>
              <a:defRPr/>
            </a:lvl6pPr>
            <a:lvl7pPr marL="3200400" indent="-317500" algn="l">
              <a:lnSpc>
                <a:spcPct val="90000"/>
              </a:lnSpc>
              <a:spcBef>
                <a:spcPts val="400"/>
              </a:spcBef>
              <a:spcAft>
                <a:spcPts val="0"/>
              </a:spcAft>
              <a:buClr>
                <a:schemeClr val="dk1"/>
              </a:buClr>
              <a:buSzPts val="1400"/>
              <a:buChar char="•"/>
              <a:defRPr/>
            </a:lvl7pPr>
            <a:lvl8pPr marL="3657600" indent="-317500" algn="l">
              <a:lnSpc>
                <a:spcPct val="90000"/>
              </a:lnSpc>
              <a:spcBef>
                <a:spcPts val="400"/>
              </a:spcBef>
              <a:spcAft>
                <a:spcPts val="0"/>
              </a:spcAft>
              <a:buClr>
                <a:schemeClr val="dk1"/>
              </a:buClr>
              <a:buSzPts val="1400"/>
              <a:buChar char="•"/>
              <a:defRPr/>
            </a:lvl8pPr>
            <a:lvl9pPr marL="4114800" indent="-317500" algn="l">
              <a:lnSpc>
                <a:spcPct val="90000"/>
              </a:lnSpc>
              <a:spcBef>
                <a:spcPts val="400"/>
              </a:spcBef>
              <a:spcAft>
                <a:spcPts val="0"/>
              </a:spcAft>
              <a:buClr>
                <a:schemeClr val="dk1"/>
              </a:buClr>
              <a:buSzPts val="1400"/>
              <a:buChar char="•"/>
              <a:defRPr/>
            </a:lvl9pPr>
          </a:lstStyle>
          <a:p xmlns:a="http://schemas.openxmlformats.org/drawingml/2006/main">
            <a:endParaRPr/>
          </a:p>
        </p:txBody>
      </p:sp>
      <p:sp>
        <p:nvSpPr>
          <p:cNvPr id="71" name="Google Shape;71;p11">
            <a:extLst xmlns:a="http://schemas.openxmlformats.org/drawingml/2006/main">
              <a:ext uri="{FF2B5EF4-FFF2-40B4-BE49-F238E27FC236}">
                <a16:creationId xmlns:a16="http://schemas.microsoft.com/office/drawing/2014/main" id="{F9BDB09F-6A97-44D6-BF42-6031CD615359}"/>
              </a:ext>
            </a:extLst>
          </p:cNvPr>
          <p:cNvSpPr>
            <a:spLocks xmlns:a="http://schemas.openxmlformats.org/drawingml/2006/main" noGrp="1"/>
          </p:cNvSpPr>
          <p:nvPr>
            <p:ph type="dt" idx="10"/>
          </p:nvPr>
        </p:nvSpPr>
        <p:spPr>
          <a:xfrm xmlns:a="http://schemas.openxmlformats.org/drawingml/2006/main">
            <a:off x="628650" y="4767263"/>
            <a:ext cx="2057400" cy="2739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68575" tIns="34275" rIns="68575" bIns="34275" anchor="ctr">
            <a:noAutofit/>
          </a:bodyPr>
          <a:lstStyle xmlns:a="http://schemas.openxmlformats.org/drawingml/2006/main">
            <a:lvl1pPr algn="l">
              <a:spcBef>
                <a:spcPts val="0"/>
              </a:spcBef>
              <a:spcAft>
                <a:spcPts val="0"/>
              </a:spcAft>
              <a:buSzPts val="1100"/>
              <a:buNone/>
              <a:defRPr/>
            </a:lvl1pPr>
            <a:lvl2pPr algn="l">
              <a:spcBef>
                <a:spcPts val="0"/>
              </a:spcBef>
              <a:spcAft>
                <a:spcPts val="0"/>
              </a:spcAft>
              <a:buSzPts val="1100"/>
              <a:buNone/>
              <a:defRPr/>
            </a:lvl2pPr>
            <a:lvl3pPr algn="l">
              <a:spcBef>
                <a:spcPts val="0"/>
              </a:spcBef>
              <a:spcAft>
                <a:spcPts val="0"/>
              </a:spcAft>
              <a:buSzPts val="1100"/>
              <a:buNone/>
              <a:defRPr/>
            </a:lvl3pPr>
            <a:lvl4pPr algn="l">
              <a:spcBef>
                <a:spcPts val="0"/>
              </a:spcBef>
              <a:spcAft>
                <a:spcPts val="0"/>
              </a:spcAft>
              <a:buSzPts val="1100"/>
              <a:buNone/>
              <a:defRPr/>
            </a:lvl4pPr>
            <a:lvl5pPr algn="l">
              <a:spcBef>
                <a:spcPts val="0"/>
              </a:spcBef>
              <a:spcAft>
                <a:spcPts val="0"/>
              </a:spcAft>
              <a:buSzPts val="1100"/>
              <a:buNone/>
              <a:defRPr/>
            </a:lvl5pPr>
            <a:lvl6pPr algn="l">
              <a:spcBef>
                <a:spcPts val="0"/>
              </a:spcBef>
              <a:spcAft>
                <a:spcPts val="0"/>
              </a:spcAft>
              <a:buSzPts val="1100"/>
              <a:buNone/>
              <a:defRPr/>
            </a:lvl6pPr>
            <a:lvl7pPr algn="l">
              <a:spcBef>
                <a:spcPts val="0"/>
              </a:spcBef>
              <a:spcAft>
                <a:spcPts val="0"/>
              </a:spcAft>
              <a:buSzPts val="1100"/>
              <a:buNone/>
              <a:defRPr/>
            </a:lvl7pPr>
            <a:lvl8pPr algn="l">
              <a:spcBef>
                <a:spcPts val="0"/>
              </a:spcBef>
              <a:spcAft>
                <a:spcPts val="0"/>
              </a:spcAft>
              <a:buSzPts val="1100"/>
              <a:buNone/>
              <a:defRPr/>
            </a:lvl8pPr>
            <a:lvl9pPr algn="l">
              <a:spcBef>
                <a:spcPts val="0"/>
              </a:spcBef>
              <a:spcAft>
                <a:spcPts val="0"/>
              </a:spcAft>
              <a:buSzPts val="1100"/>
              <a:buNone/>
              <a:defRPr/>
            </a:lvl9pPr>
          </a:lstStyle>
          <a:p xmlns:a="http://schemas.openxmlformats.org/drawingml/2006/main">
            <a:endParaRPr/>
          </a:p>
        </p:txBody>
      </p:sp>
      <p:sp>
        <p:nvSpPr>
          <p:cNvPr id="72" name="Google Shape;72;p11">
            <a:extLst xmlns:a="http://schemas.openxmlformats.org/drawingml/2006/main">
              <a:ext uri="{FF2B5EF4-FFF2-40B4-BE49-F238E27FC236}">
                <a16:creationId xmlns:a16="http://schemas.microsoft.com/office/drawing/2014/main" id="{E89D9313-80E4-4595-A432-840BA1FB2370}"/>
              </a:ext>
            </a:extLst>
          </p:cNvPr>
          <p:cNvSpPr>
            <a:spLocks xmlns:a="http://schemas.openxmlformats.org/drawingml/2006/main" noGrp="1"/>
          </p:cNvSpPr>
          <p:nvPr>
            <p:ph type="ftr" idx="11"/>
          </p:nvPr>
        </p:nvSpPr>
        <p:spPr>
          <a:xfrm xmlns:a="http://schemas.openxmlformats.org/drawingml/2006/main">
            <a:off x="3028950" y="4767263"/>
            <a:ext cx="3086100" cy="2739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68575" tIns="34275" rIns="68575" bIns="34275" anchor="ctr">
            <a:noAutofit/>
          </a:bodyPr>
          <a:lstStyle xmlns:a="http://schemas.openxmlformats.org/drawingml/2006/main">
            <a:lvl1pPr algn="ctr">
              <a:spcBef>
                <a:spcPts val="0"/>
              </a:spcBef>
              <a:spcAft>
                <a:spcPts val="0"/>
              </a:spcAft>
              <a:buSzPts val="1100"/>
              <a:buNone/>
              <a:defRPr/>
            </a:lvl1pPr>
            <a:lvl2pPr algn="l">
              <a:spcBef>
                <a:spcPts val="0"/>
              </a:spcBef>
              <a:spcAft>
                <a:spcPts val="0"/>
              </a:spcAft>
              <a:buSzPts val="1100"/>
              <a:buNone/>
              <a:defRPr/>
            </a:lvl2pPr>
            <a:lvl3pPr algn="l">
              <a:spcBef>
                <a:spcPts val="0"/>
              </a:spcBef>
              <a:spcAft>
                <a:spcPts val="0"/>
              </a:spcAft>
              <a:buSzPts val="1100"/>
              <a:buNone/>
              <a:defRPr/>
            </a:lvl3pPr>
            <a:lvl4pPr algn="l">
              <a:spcBef>
                <a:spcPts val="0"/>
              </a:spcBef>
              <a:spcAft>
                <a:spcPts val="0"/>
              </a:spcAft>
              <a:buSzPts val="1100"/>
              <a:buNone/>
              <a:defRPr/>
            </a:lvl4pPr>
            <a:lvl5pPr algn="l">
              <a:spcBef>
                <a:spcPts val="0"/>
              </a:spcBef>
              <a:spcAft>
                <a:spcPts val="0"/>
              </a:spcAft>
              <a:buSzPts val="1100"/>
              <a:buNone/>
              <a:defRPr/>
            </a:lvl5pPr>
            <a:lvl6pPr algn="l">
              <a:spcBef>
                <a:spcPts val="0"/>
              </a:spcBef>
              <a:spcAft>
                <a:spcPts val="0"/>
              </a:spcAft>
              <a:buSzPts val="1100"/>
              <a:buNone/>
              <a:defRPr/>
            </a:lvl6pPr>
            <a:lvl7pPr algn="l">
              <a:spcBef>
                <a:spcPts val="0"/>
              </a:spcBef>
              <a:spcAft>
                <a:spcPts val="0"/>
              </a:spcAft>
              <a:buSzPts val="1100"/>
              <a:buNone/>
              <a:defRPr/>
            </a:lvl7pPr>
            <a:lvl8pPr algn="l">
              <a:spcBef>
                <a:spcPts val="0"/>
              </a:spcBef>
              <a:spcAft>
                <a:spcPts val="0"/>
              </a:spcAft>
              <a:buSzPts val="1100"/>
              <a:buNone/>
              <a:defRPr/>
            </a:lvl8pPr>
            <a:lvl9pPr algn="l">
              <a:spcBef>
                <a:spcPts val="0"/>
              </a:spcBef>
              <a:spcAft>
                <a:spcPts val="0"/>
              </a:spcAft>
              <a:buSzPts val="1100"/>
              <a:buNone/>
              <a:defRPr/>
            </a:lvl9pPr>
          </a:lstStyle>
          <a:p xmlns:a="http://schemas.openxmlformats.org/drawingml/2006/main">
            <a:endParaRPr/>
          </a:p>
        </p:txBody>
      </p:sp>
      <p:sp>
        <p:nvSpPr>
          <p:cNvPr id="73" name="Google Shape;73;p11">
            <a:extLst xmlns:a="http://schemas.openxmlformats.org/drawingml/2006/main">
              <a:ext uri="{FF2B5EF4-FFF2-40B4-BE49-F238E27FC236}">
                <a16:creationId xmlns:a16="http://schemas.microsoft.com/office/drawing/2014/main" id="{1AD868AB-E7D6-4DC7-9225-848B862C409B}"/>
              </a:ext>
            </a:extLst>
          </p:cNvPr>
          <p:cNvSpPr>
            <a:spLocks xmlns:a="http://schemas.openxmlformats.org/drawingml/2006/main" noGrp="1"/>
          </p:cNvSpPr>
          <p:nvPr>
            <p:ph type="sldNum" idx="12"/>
          </p:nvPr>
        </p:nvSpPr>
        <p:spPr>
          <a:xfrm xmlns:a="http://schemas.openxmlformats.org/drawingml/2006/main">
            <a:off x="6457950" y="4767263"/>
            <a:ext cx="2057400" cy="2739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68575" tIns="34275" rIns="68575" bIns="34275" anchor="ctr">
            <a:noAutofit/>
          </a:bodyPr>
          <a:lstStyle xmlns:a="http://schemas.openxmlformats.org/drawingml/2006/main">
            <a:lvl1pPr marL="0" indent="0" algn="r">
              <a:spcBef>
                <a:spcPts val="0"/>
              </a:spcBef>
              <a:buNone/>
              <a:defRPr/>
            </a:lvl1pPr>
            <a:lvl2pPr marL="0" indent="0" algn="r">
              <a:spcBef>
                <a:spcPts val="0"/>
              </a:spcBef>
              <a:buNone/>
              <a:defRPr/>
            </a:lvl2pPr>
            <a:lvl3pPr marL="0" indent="0" algn="r">
              <a:spcBef>
                <a:spcPts val="0"/>
              </a:spcBef>
              <a:buNone/>
              <a:defRPr/>
            </a:lvl3pPr>
            <a:lvl4pPr marL="0" indent="0" algn="r">
              <a:spcBef>
                <a:spcPts val="0"/>
              </a:spcBef>
              <a:buNone/>
              <a:defRPr/>
            </a:lvl4pPr>
            <a:lvl5pPr marL="0" indent="0" algn="r">
              <a:spcBef>
                <a:spcPts val="0"/>
              </a:spcBef>
              <a:buNone/>
              <a:defRPr/>
            </a:lvl5pPr>
            <a:lvl6pPr marL="0" indent="0" algn="r">
              <a:spcBef>
                <a:spcPts val="0"/>
              </a:spcBef>
              <a:buNone/>
              <a:defRPr/>
            </a:lvl6pPr>
            <a:lvl7pPr marL="0" indent="0" algn="r">
              <a:spcBef>
                <a:spcPts val="0"/>
              </a:spcBef>
              <a:buNone/>
              <a:defRPr/>
            </a:lvl7pPr>
            <a:lvl8pPr marL="0" indent="0" algn="r">
              <a:spcBef>
                <a:spcPts val="0"/>
              </a:spcBef>
              <a:buNone/>
              <a:defRPr/>
            </a:lvl8pPr>
            <a:lvl9pPr marL="0" indent="0" algn="r">
              <a:spcBef>
                <a:spcPts val="0"/>
              </a:spcBef>
              <a:buNone/>
              <a:defRPr/>
            </a:lvl9pPr>
          </a:lstStyle>
          <a:p xmlns:a="http://schemas.openxmlformats.org/drawingml/2006/main">
            <a:pPr marL="0" lvl="0" indent="0" algn="r">
              <a:spcBef>
                <a:spcPts val="0"/>
              </a:spcBef>
              <a:spcAft>
                <a:spcPts val="0"/>
              </a:spcAft>
              <a:buNone/>
            </a:pPr>
            <a:fld id="{00000000-1234-1234-1234-123412341234}" type="slidenum">
              <a:t>‹#›</a:t>
            </a:fld>
            <a:endParaRPr/>
          </a:p>
        </p:txBody>
      </p:sp>
    </p:spTree>
  </p:cSld>
</p:sldLayout>
</file>

<file path=ppt/slideLayouts/slideLayout11.xml><?xml version="1.0" encoding="utf-8"?>
<p:sldLayout xmlns:p="http://schemas.openxmlformats.org/presentationml/2006/main" matchingName="Vertical Title and Text" type="vertTitleAndTx">
  <p:cSld name="VERTICAL_TITLE_AND_VERTICAL_TEXT">
    <p:spTree>
      <p:nvGrpSpPr>
        <p:cNvPr id="1" name=""/>
        <p:cNvGrpSpPr/>
        <p:nvPr/>
      </p:nvGrpSpPr>
      <p:grpSpPr>
        <a:xfrm xmlns:a="http://schemas.openxmlformats.org/drawingml/2006/main"/>
      </p:grpSpPr>
      <p:sp>
        <p:nvSpPr>
          <p:cNvPr id="75" name="Google Shape;75;p12">
            <a:extLst xmlns:a="http://schemas.openxmlformats.org/drawingml/2006/main">
              <a:ext uri="{FF2B5EF4-FFF2-40B4-BE49-F238E27FC236}">
                <a16:creationId xmlns:a16="http://schemas.microsoft.com/office/drawing/2014/main" id="{EDBB224A-A9B2-4B38-9A8D-2816183B00AA}"/>
              </a:ext>
            </a:extLst>
          </p:cNvPr>
          <p:cNvSpPr>
            <a:spLocks xmlns:a="http://schemas.openxmlformats.org/drawingml/2006/main" noGrp="1"/>
          </p:cNvSpPr>
          <p:nvPr>
            <p:ph type="title" idx="0"/>
          </p:nvPr>
        </p:nvSpPr>
        <p:spPr>
          <a:xfrm xmlns:a="http://schemas.openxmlformats.org/drawingml/2006/main" rot="5400000">
            <a:off x="5350050" y="1467544"/>
            <a:ext cx="4359000" cy="19716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68575" tIns="34275" rIns="68575" bIns="34275" anchor="ctr">
            <a:normAutofit/>
          </a:bodyPr>
          <a:lstStyle xmlns:a="http://schemas.openxmlformats.org/drawingml/2006/main">
            <a:lvl1pPr algn="l">
              <a:lnSpc>
                <a:spcPct val="90000"/>
              </a:lnSpc>
              <a:spcBef>
                <a:spcPts val="0"/>
              </a:spcBef>
              <a:spcAft>
                <a:spcPts val="0"/>
              </a:spcAft>
              <a:buClr>
                <a:schemeClr val="dk1"/>
              </a:buClr>
              <a:buSzPts val="1400"/>
              <a:buNone/>
              <a:defRPr/>
            </a:lvl1pPr>
            <a:lvl2pPr>
              <a:spcBef>
                <a:spcPts val="0"/>
              </a:spcBef>
              <a:spcAft>
                <a:spcPts val="0"/>
              </a:spcAft>
              <a:buSzPts val="1100"/>
              <a:buNone/>
              <a:defRPr/>
            </a:lvl2pPr>
            <a:lvl3pPr>
              <a:spcBef>
                <a:spcPts val="0"/>
              </a:spcBef>
              <a:spcAft>
                <a:spcPts val="0"/>
              </a:spcAft>
              <a:buSzPts val="1100"/>
              <a:buNone/>
              <a:defRPr/>
            </a:lvl3pPr>
            <a:lvl4pPr>
              <a:spcBef>
                <a:spcPts val="0"/>
              </a:spcBef>
              <a:spcAft>
                <a:spcPts val="0"/>
              </a:spcAft>
              <a:buSzPts val="1100"/>
              <a:buNone/>
              <a:defRPr/>
            </a:lvl4pPr>
            <a:lvl5pPr>
              <a:spcBef>
                <a:spcPts val="0"/>
              </a:spcBef>
              <a:spcAft>
                <a:spcPts val="0"/>
              </a:spcAft>
              <a:buSzPts val="1100"/>
              <a:buNone/>
              <a:defRPr/>
            </a:lvl5pPr>
            <a:lvl6pPr>
              <a:spcBef>
                <a:spcPts val="0"/>
              </a:spcBef>
              <a:spcAft>
                <a:spcPts val="0"/>
              </a:spcAft>
              <a:buSzPts val="1100"/>
              <a:buNone/>
              <a:defRPr/>
            </a:lvl6pPr>
            <a:lvl7pPr>
              <a:spcBef>
                <a:spcPts val="0"/>
              </a:spcBef>
              <a:spcAft>
                <a:spcPts val="0"/>
              </a:spcAft>
              <a:buSzPts val="1100"/>
              <a:buNone/>
              <a:defRPr/>
            </a:lvl7pPr>
            <a:lvl8pPr>
              <a:spcBef>
                <a:spcPts val="0"/>
              </a:spcBef>
              <a:spcAft>
                <a:spcPts val="0"/>
              </a:spcAft>
              <a:buSzPts val="1100"/>
              <a:buNone/>
              <a:defRPr/>
            </a:lvl8pPr>
            <a:lvl9pPr>
              <a:spcBef>
                <a:spcPts val="0"/>
              </a:spcBef>
              <a:spcAft>
                <a:spcPts val="0"/>
              </a:spcAft>
              <a:buSzPts val="1100"/>
              <a:buNone/>
              <a:defRPr/>
            </a:lvl9pPr>
          </a:lstStyle>
          <a:p xmlns:a="http://schemas.openxmlformats.org/drawingml/2006/main">
            <a:endParaRPr/>
          </a:p>
        </p:txBody>
      </p:sp>
      <p:sp>
        <p:nvSpPr>
          <p:cNvPr id="76" name="Google Shape;76;p12">
            <a:extLst xmlns:a="http://schemas.openxmlformats.org/drawingml/2006/main">
              <a:ext uri="{FF2B5EF4-FFF2-40B4-BE49-F238E27FC236}">
                <a16:creationId xmlns:a16="http://schemas.microsoft.com/office/drawing/2014/main" id="{F17B0E2E-5535-4FCF-8563-3635DDADB954}"/>
              </a:ext>
            </a:extLst>
          </p:cNvPr>
          <p:cNvSpPr>
            <a:spLocks xmlns:a="http://schemas.openxmlformats.org/drawingml/2006/main" noGrp="1"/>
          </p:cNvSpPr>
          <p:nvPr>
            <p:ph type="body" idx="1"/>
          </p:nvPr>
        </p:nvSpPr>
        <p:spPr>
          <a:xfrm xmlns:a="http://schemas.openxmlformats.org/drawingml/2006/main" rot="5400000">
            <a:off x="1349475" y="-447056"/>
            <a:ext cx="4359000" cy="58008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68575" tIns="34275" rIns="68575" bIns="34275" anchor="t">
            <a:normAutofit/>
          </a:bodyPr>
          <a:lstStyle xmlns:a="http://schemas.openxmlformats.org/drawingml/2006/main">
            <a:lvl1pPr marL="457200" indent="-317500" algn="l">
              <a:lnSpc>
                <a:spcPct val="90000"/>
              </a:lnSpc>
              <a:spcBef>
                <a:spcPts val="800"/>
              </a:spcBef>
              <a:spcAft>
                <a:spcPts val="0"/>
              </a:spcAft>
              <a:buClr>
                <a:schemeClr val="dk1"/>
              </a:buClr>
              <a:buSzPts val="1400"/>
              <a:buChar char="•"/>
              <a:defRPr/>
            </a:lvl1pPr>
            <a:lvl2pPr marL="914400" indent="-317500" algn="l">
              <a:lnSpc>
                <a:spcPct val="90000"/>
              </a:lnSpc>
              <a:spcBef>
                <a:spcPts val="400"/>
              </a:spcBef>
              <a:spcAft>
                <a:spcPts val="0"/>
              </a:spcAft>
              <a:buClr>
                <a:schemeClr val="dk1"/>
              </a:buClr>
              <a:buSzPts val="1400"/>
              <a:buChar char="•"/>
              <a:defRPr/>
            </a:lvl2pPr>
            <a:lvl3pPr marL="1371600" indent="-317500" algn="l">
              <a:lnSpc>
                <a:spcPct val="90000"/>
              </a:lnSpc>
              <a:spcBef>
                <a:spcPts val="400"/>
              </a:spcBef>
              <a:spcAft>
                <a:spcPts val="0"/>
              </a:spcAft>
              <a:buClr>
                <a:schemeClr val="dk1"/>
              </a:buClr>
              <a:buSzPts val="1400"/>
              <a:buChar char="•"/>
              <a:defRPr/>
            </a:lvl3pPr>
            <a:lvl4pPr marL="1828800" indent="-317500" algn="l">
              <a:lnSpc>
                <a:spcPct val="90000"/>
              </a:lnSpc>
              <a:spcBef>
                <a:spcPts val="400"/>
              </a:spcBef>
              <a:spcAft>
                <a:spcPts val="0"/>
              </a:spcAft>
              <a:buClr>
                <a:schemeClr val="dk1"/>
              </a:buClr>
              <a:buSzPts val="1400"/>
              <a:buChar char="•"/>
              <a:defRPr/>
            </a:lvl4pPr>
            <a:lvl5pPr marL="2286000" indent="-317500" algn="l">
              <a:lnSpc>
                <a:spcPct val="90000"/>
              </a:lnSpc>
              <a:spcBef>
                <a:spcPts val="400"/>
              </a:spcBef>
              <a:spcAft>
                <a:spcPts val="0"/>
              </a:spcAft>
              <a:buClr>
                <a:schemeClr val="dk1"/>
              </a:buClr>
              <a:buSzPts val="1400"/>
              <a:buChar char="•"/>
              <a:defRPr/>
            </a:lvl5pPr>
            <a:lvl6pPr marL="2743200" indent="-317500" algn="l">
              <a:lnSpc>
                <a:spcPct val="90000"/>
              </a:lnSpc>
              <a:spcBef>
                <a:spcPts val="400"/>
              </a:spcBef>
              <a:spcAft>
                <a:spcPts val="0"/>
              </a:spcAft>
              <a:buClr>
                <a:schemeClr val="dk1"/>
              </a:buClr>
              <a:buSzPts val="1400"/>
              <a:buChar char="•"/>
              <a:defRPr/>
            </a:lvl6pPr>
            <a:lvl7pPr marL="3200400" indent="-317500" algn="l">
              <a:lnSpc>
                <a:spcPct val="90000"/>
              </a:lnSpc>
              <a:spcBef>
                <a:spcPts val="400"/>
              </a:spcBef>
              <a:spcAft>
                <a:spcPts val="0"/>
              </a:spcAft>
              <a:buClr>
                <a:schemeClr val="dk1"/>
              </a:buClr>
              <a:buSzPts val="1400"/>
              <a:buChar char="•"/>
              <a:defRPr/>
            </a:lvl7pPr>
            <a:lvl8pPr marL="3657600" indent="-317500" algn="l">
              <a:lnSpc>
                <a:spcPct val="90000"/>
              </a:lnSpc>
              <a:spcBef>
                <a:spcPts val="400"/>
              </a:spcBef>
              <a:spcAft>
                <a:spcPts val="0"/>
              </a:spcAft>
              <a:buClr>
                <a:schemeClr val="dk1"/>
              </a:buClr>
              <a:buSzPts val="1400"/>
              <a:buChar char="•"/>
              <a:defRPr/>
            </a:lvl8pPr>
            <a:lvl9pPr marL="4114800" indent="-317500" algn="l">
              <a:lnSpc>
                <a:spcPct val="90000"/>
              </a:lnSpc>
              <a:spcBef>
                <a:spcPts val="400"/>
              </a:spcBef>
              <a:spcAft>
                <a:spcPts val="0"/>
              </a:spcAft>
              <a:buClr>
                <a:schemeClr val="dk1"/>
              </a:buClr>
              <a:buSzPts val="1400"/>
              <a:buChar char="•"/>
              <a:defRPr/>
            </a:lvl9pPr>
          </a:lstStyle>
          <a:p xmlns:a="http://schemas.openxmlformats.org/drawingml/2006/main">
            <a:endParaRPr/>
          </a:p>
        </p:txBody>
      </p:sp>
      <p:sp>
        <p:nvSpPr>
          <p:cNvPr id="77" name="Google Shape;77;p12">
            <a:extLst xmlns:a="http://schemas.openxmlformats.org/drawingml/2006/main">
              <a:ext uri="{FF2B5EF4-FFF2-40B4-BE49-F238E27FC236}">
                <a16:creationId xmlns:a16="http://schemas.microsoft.com/office/drawing/2014/main" id="{CC30A48A-38D2-4712-A331-594ED6E348AC}"/>
              </a:ext>
            </a:extLst>
          </p:cNvPr>
          <p:cNvSpPr>
            <a:spLocks xmlns:a="http://schemas.openxmlformats.org/drawingml/2006/main" noGrp="1"/>
          </p:cNvSpPr>
          <p:nvPr>
            <p:ph type="dt" idx="10"/>
          </p:nvPr>
        </p:nvSpPr>
        <p:spPr>
          <a:xfrm xmlns:a="http://schemas.openxmlformats.org/drawingml/2006/main">
            <a:off x="628650" y="4767263"/>
            <a:ext cx="2057400" cy="2739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68575" tIns="34275" rIns="68575" bIns="34275" anchor="ctr">
            <a:noAutofit/>
          </a:bodyPr>
          <a:lstStyle xmlns:a="http://schemas.openxmlformats.org/drawingml/2006/main">
            <a:lvl1pPr algn="l">
              <a:spcBef>
                <a:spcPts val="0"/>
              </a:spcBef>
              <a:spcAft>
                <a:spcPts val="0"/>
              </a:spcAft>
              <a:buSzPts val="1100"/>
              <a:buNone/>
              <a:defRPr/>
            </a:lvl1pPr>
            <a:lvl2pPr algn="l">
              <a:spcBef>
                <a:spcPts val="0"/>
              </a:spcBef>
              <a:spcAft>
                <a:spcPts val="0"/>
              </a:spcAft>
              <a:buSzPts val="1100"/>
              <a:buNone/>
              <a:defRPr/>
            </a:lvl2pPr>
            <a:lvl3pPr algn="l">
              <a:spcBef>
                <a:spcPts val="0"/>
              </a:spcBef>
              <a:spcAft>
                <a:spcPts val="0"/>
              </a:spcAft>
              <a:buSzPts val="1100"/>
              <a:buNone/>
              <a:defRPr/>
            </a:lvl3pPr>
            <a:lvl4pPr algn="l">
              <a:spcBef>
                <a:spcPts val="0"/>
              </a:spcBef>
              <a:spcAft>
                <a:spcPts val="0"/>
              </a:spcAft>
              <a:buSzPts val="1100"/>
              <a:buNone/>
              <a:defRPr/>
            </a:lvl4pPr>
            <a:lvl5pPr algn="l">
              <a:spcBef>
                <a:spcPts val="0"/>
              </a:spcBef>
              <a:spcAft>
                <a:spcPts val="0"/>
              </a:spcAft>
              <a:buSzPts val="1100"/>
              <a:buNone/>
              <a:defRPr/>
            </a:lvl5pPr>
            <a:lvl6pPr algn="l">
              <a:spcBef>
                <a:spcPts val="0"/>
              </a:spcBef>
              <a:spcAft>
                <a:spcPts val="0"/>
              </a:spcAft>
              <a:buSzPts val="1100"/>
              <a:buNone/>
              <a:defRPr/>
            </a:lvl6pPr>
            <a:lvl7pPr algn="l">
              <a:spcBef>
                <a:spcPts val="0"/>
              </a:spcBef>
              <a:spcAft>
                <a:spcPts val="0"/>
              </a:spcAft>
              <a:buSzPts val="1100"/>
              <a:buNone/>
              <a:defRPr/>
            </a:lvl7pPr>
            <a:lvl8pPr algn="l">
              <a:spcBef>
                <a:spcPts val="0"/>
              </a:spcBef>
              <a:spcAft>
                <a:spcPts val="0"/>
              </a:spcAft>
              <a:buSzPts val="1100"/>
              <a:buNone/>
              <a:defRPr/>
            </a:lvl8pPr>
            <a:lvl9pPr algn="l">
              <a:spcBef>
                <a:spcPts val="0"/>
              </a:spcBef>
              <a:spcAft>
                <a:spcPts val="0"/>
              </a:spcAft>
              <a:buSzPts val="1100"/>
              <a:buNone/>
              <a:defRPr/>
            </a:lvl9pPr>
          </a:lstStyle>
          <a:p xmlns:a="http://schemas.openxmlformats.org/drawingml/2006/main">
            <a:endParaRPr/>
          </a:p>
        </p:txBody>
      </p:sp>
      <p:sp>
        <p:nvSpPr>
          <p:cNvPr id="78" name="Google Shape;78;p12">
            <a:extLst xmlns:a="http://schemas.openxmlformats.org/drawingml/2006/main">
              <a:ext uri="{FF2B5EF4-FFF2-40B4-BE49-F238E27FC236}">
                <a16:creationId xmlns:a16="http://schemas.microsoft.com/office/drawing/2014/main" id="{B27726A3-585B-47C8-B1C9-569FEBC238D9}"/>
              </a:ext>
            </a:extLst>
          </p:cNvPr>
          <p:cNvSpPr>
            <a:spLocks xmlns:a="http://schemas.openxmlformats.org/drawingml/2006/main" noGrp="1"/>
          </p:cNvSpPr>
          <p:nvPr>
            <p:ph type="ftr" idx="11"/>
          </p:nvPr>
        </p:nvSpPr>
        <p:spPr>
          <a:xfrm xmlns:a="http://schemas.openxmlformats.org/drawingml/2006/main">
            <a:off x="3028950" y="4767263"/>
            <a:ext cx="3086100" cy="2739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68575" tIns="34275" rIns="68575" bIns="34275" anchor="ctr">
            <a:noAutofit/>
          </a:bodyPr>
          <a:lstStyle xmlns:a="http://schemas.openxmlformats.org/drawingml/2006/main">
            <a:lvl1pPr algn="ctr">
              <a:spcBef>
                <a:spcPts val="0"/>
              </a:spcBef>
              <a:spcAft>
                <a:spcPts val="0"/>
              </a:spcAft>
              <a:buSzPts val="1100"/>
              <a:buNone/>
              <a:defRPr/>
            </a:lvl1pPr>
            <a:lvl2pPr algn="l">
              <a:spcBef>
                <a:spcPts val="0"/>
              </a:spcBef>
              <a:spcAft>
                <a:spcPts val="0"/>
              </a:spcAft>
              <a:buSzPts val="1100"/>
              <a:buNone/>
              <a:defRPr/>
            </a:lvl2pPr>
            <a:lvl3pPr algn="l">
              <a:spcBef>
                <a:spcPts val="0"/>
              </a:spcBef>
              <a:spcAft>
                <a:spcPts val="0"/>
              </a:spcAft>
              <a:buSzPts val="1100"/>
              <a:buNone/>
              <a:defRPr/>
            </a:lvl3pPr>
            <a:lvl4pPr algn="l">
              <a:spcBef>
                <a:spcPts val="0"/>
              </a:spcBef>
              <a:spcAft>
                <a:spcPts val="0"/>
              </a:spcAft>
              <a:buSzPts val="1100"/>
              <a:buNone/>
              <a:defRPr/>
            </a:lvl4pPr>
            <a:lvl5pPr algn="l">
              <a:spcBef>
                <a:spcPts val="0"/>
              </a:spcBef>
              <a:spcAft>
                <a:spcPts val="0"/>
              </a:spcAft>
              <a:buSzPts val="1100"/>
              <a:buNone/>
              <a:defRPr/>
            </a:lvl5pPr>
            <a:lvl6pPr algn="l">
              <a:spcBef>
                <a:spcPts val="0"/>
              </a:spcBef>
              <a:spcAft>
                <a:spcPts val="0"/>
              </a:spcAft>
              <a:buSzPts val="1100"/>
              <a:buNone/>
              <a:defRPr/>
            </a:lvl6pPr>
            <a:lvl7pPr algn="l">
              <a:spcBef>
                <a:spcPts val="0"/>
              </a:spcBef>
              <a:spcAft>
                <a:spcPts val="0"/>
              </a:spcAft>
              <a:buSzPts val="1100"/>
              <a:buNone/>
              <a:defRPr/>
            </a:lvl7pPr>
            <a:lvl8pPr algn="l">
              <a:spcBef>
                <a:spcPts val="0"/>
              </a:spcBef>
              <a:spcAft>
                <a:spcPts val="0"/>
              </a:spcAft>
              <a:buSzPts val="1100"/>
              <a:buNone/>
              <a:defRPr/>
            </a:lvl8pPr>
            <a:lvl9pPr algn="l">
              <a:spcBef>
                <a:spcPts val="0"/>
              </a:spcBef>
              <a:spcAft>
                <a:spcPts val="0"/>
              </a:spcAft>
              <a:buSzPts val="1100"/>
              <a:buNone/>
              <a:defRPr/>
            </a:lvl9pPr>
          </a:lstStyle>
          <a:p xmlns:a="http://schemas.openxmlformats.org/drawingml/2006/main">
            <a:endParaRPr/>
          </a:p>
        </p:txBody>
      </p:sp>
      <p:sp>
        <p:nvSpPr>
          <p:cNvPr id="79" name="Google Shape;79;p12">
            <a:extLst xmlns:a="http://schemas.openxmlformats.org/drawingml/2006/main">
              <a:ext uri="{FF2B5EF4-FFF2-40B4-BE49-F238E27FC236}">
                <a16:creationId xmlns:a16="http://schemas.microsoft.com/office/drawing/2014/main" id="{4B83FB51-7734-4DD8-AAB9-98C8020C585A}"/>
              </a:ext>
            </a:extLst>
          </p:cNvPr>
          <p:cNvSpPr>
            <a:spLocks xmlns:a="http://schemas.openxmlformats.org/drawingml/2006/main" noGrp="1"/>
          </p:cNvSpPr>
          <p:nvPr>
            <p:ph type="sldNum" idx="12"/>
          </p:nvPr>
        </p:nvSpPr>
        <p:spPr>
          <a:xfrm xmlns:a="http://schemas.openxmlformats.org/drawingml/2006/main">
            <a:off x="6457950" y="4767263"/>
            <a:ext cx="2057400" cy="2739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68575" tIns="34275" rIns="68575" bIns="34275" anchor="ctr">
            <a:noAutofit/>
          </a:bodyPr>
          <a:lstStyle xmlns:a="http://schemas.openxmlformats.org/drawingml/2006/main">
            <a:lvl1pPr marL="0" indent="0" algn="r">
              <a:spcBef>
                <a:spcPts val="0"/>
              </a:spcBef>
              <a:buNone/>
              <a:defRPr/>
            </a:lvl1pPr>
            <a:lvl2pPr marL="0" indent="0" algn="r">
              <a:spcBef>
                <a:spcPts val="0"/>
              </a:spcBef>
              <a:buNone/>
              <a:defRPr/>
            </a:lvl2pPr>
            <a:lvl3pPr marL="0" indent="0" algn="r">
              <a:spcBef>
                <a:spcPts val="0"/>
              </a:spcBef>
              <a:buNone/>
              <a:defRPr/>
            </a:lvl3pPr>
            <a:lvl4pPr marL="0" indent="0" algn="r">
              <a:spcBef>
                <a:spcPts val="0"/>
              </a:spcBef>
              <a:buNone/>
              <a:defRPr/>
            </a:lvl4pPr>
            <a:lvl5pPr marL="0" indent="0" algn="r">
              <a:spcBef>
                <a:spcPts val="0"/>
              </a:spcBef>
              <a:buNone/>
              <a:defRPr/>
            </a:lvl5pPr>
            <a:lvl6pPr marL="0" indent="0" algn="r">
              <a:spcBef>
                <a:spcPts val="0"/>
              </a:spcBef>
              <a:buNone/>
              <a:defRPr/>
            </a:lvl6pPr>
            <a:lvl7pPr marL="0" indent="0" algn="r">
              <a:spcBef>
                <a:spcPts val="0"/>
              </a:spcBef>
              <a:buNone/>
              <a:defRPr/>
            </a:lvl7pPr>
            <a:lvl8pPr marL="0" indent="0" algn="r">
              <a:spcBef>
                <a:spcPts val="0"/>
              </a:spcBef>
              <a:buNone/>
              <a:defRPr/>
            </a:lvl8pPr>
            <a:lvl9pPr marL="0" indent="0" algn="r">
              <a:spcBef>
                <a:spcPts val="0"/>
              </a:spcBef>
              <a:buNone/>
              <a:defRPr/>
            </a:lvl9pPr>
          </a:lstStyle>
          <a:p xmlns:a="http://schemas.openxmlformats.org/drawingml/2006/main">
            <a:pPr marL="0" lvl="0" indent="0" algn="r">
              <a:spcBef>
                <a:spcPts val="0"/>
              </a:spcBef>
              <a:spcAft>
                <a:spcPts val="0"/>
              </a:spcAft>
              <a:buNone/>
            </a:pPr>
            <a:fld id="{00000000-1234-1234-1234-123412341234}" type="slidenum">
              <a:t>‹#›</a:t>
            </a:fld>
            <a:endParaRPr/>
          </a:p>
        </p:txBody>
      </p:sp>
    </p:spTree>
  </p:cSld>
</p:sldLayout>
</file>

<file path=ppt/slideLayouts/slideLayout12.xml><?xml version="1.0" encoding="utf-8"?>
<p:sldLayout xmlns:p="http://schemas.openxmlformats.org/presentationml/2006/main" matchingName="Generated (g3fba8d46cce_109_0)">
  <p:cSld name="Generated (g3fba8d46cce_109_0)">
    <p:spTree>
      <p:nvGrpSpPr>
        <p:cNvPr id="1" name=""/>
        <p:cNvGrpSpPr/>
        <p:nvPr/>
      </p:nvGrpSpPr>
      <p:grpSpPr>
        <a:xfrm xmlns:a="http://schemas.openxmlformats.org/drawingml/2006/main"/>
      </p:grpSpPr>
    </p:spTree>
  </p:cSld>
</p:sldLayout>
</file>

<file path=ppt/slideMasters/_rels/slideMaster1.xml.rels>&#65279;<?xml version="1.0" encoding="utf-8"?><Relationships xmlns="http://schemas.openxmlformats.org/package/2006/relationships"><Relationship Type="http://schemas.openxmlformats.org/officeDocument/2006/relationships/theme" Target="/ppt/slideMasters/theme/theme2.xml" Id="R1977e778d6ec44a6" /><Relationship Type="http://schemas.openxmlformats.org/officeDocument/2006/relationships/slideLayout" Target="/ppt/slideLayouts/slideLayout1.xml" Id="R5b879d871da64a47" /><Relationship Type="http://schemas.openxmlformats.org/officeDocument/2006/relationships/slideLayout" Target="/ppt/slideLayouts/slideLayout2.xml" Id="R040c3006c94d4f2a" /><Relationship Type="http://schemas.openxmlformats.org/officeDocument/2006/relationships/slideLayout" Target="/ppt/slideLayouts/slideLayout3.xml" Id="R39157ed9cdb6474a" /><Relationship Type="http://schemas.openxmlformats.org/officeDocument/2006/relationships/slideLayout" Target="/ppt/slideLayouts/slideLayout4.xml" Id="Raa730969929c4d57" /><Relationship Type="http://schemas.openxmlformats.org/officeDocument/2006/relationships/slideLayout" Target="/ppt/slideLayouts/slideLayout5.xml" Id="R75ce68aab4654cfa" /><Relationship Type="http://schemas.openxmlformats.org/officeDocument/2006/relationships/slideLayout" Target="/ppt/slideLayouts/slideLayout6.xml" Id="R2e80fe80afd94655" /><Relationship Type="http://schemas.openxmlformats.org/officeDocument/2006/relationships/slideLayout" Target="/ppt/slideLayouts/slideLayout7.xml" Id="Rec2a5502fe0d442a" /><Relationship Type="http://schemas.openxmlformats.org/officeDocument/2006/relationships/slideLayout" Target="/ppt/slideLayouts/slideLayout8.xml" Id="R72acdbc7dcb4419f" /><Relationship Type="http://schemas.openxmlformats.org/officeDocument/2006/relationships/slideLayout" Target="/ppt/slideLayouts/slideLayout9.xml" Id="R973235dfcd61427b" /><Relationship Type="http://schemas.openxmlformats.org/officeDocument/2006/relationships/slideLayout" Target="/ppt/slideLayouts/slideLayout10.xml" Id="R22a9f8b59418470e" /><Relationship Type="http://schemas.openxmlformats.org/officeDocument/2006/relationships/slideLayout" Target="/ppt/slideLayouts/slideLayout11.xml" Id="R0d7761a65aa14135" /><Relationship Type="http://schemas.openxmlformats.org/officeDocument/2006/relationships/slideLayout" Target="/ppt/slideLayouts/slideLayout12.xml" Id="R723c296705174592" /></Relationships>
</file>

<file path=ppt/slideMasters/slideMaster1.xml><?xml version="1.0" encoding="utf-8"?>
<p:sldMaster xmlns:p="http://schemas.openxmlformats.org/presentationml/2006/main">
  <p:cSld>
    <p:bg>
      <p:bgPr>
        <a:solidFill xmlns:a="http://schemas.openxmlformats.org/drawingml/2006/main">
          <a:schemeClr val="lt1"/>
        </a:solidFill>
      </p:bgPr>
    </p:bg>
    <p:spTree>
      <p:nvGrpSpPr>
        <p:cNvPr id="1" name=""/>
        <p:cNvGrpSpPr/>
        <p:nvPr/>
      </p:nvGrpSpPr>
      <p:grpSpPr>
        <a:xfrm xmlns:a="http://schemas.openxmlformats.org/drawingml/2006/main"/>
      </p:grpSpPr>
      <p:sp>
        <p:nvSpPr>
          <p:cNvPr id="6" name="Google Shape;6;p1">
            <a:extLst xmlns:a="http://schemas.openxmlformats.org/drawingml/2006/main">
              <a:ext uri="{FF2B5EF4-FFF2-40B4-BE49-F238E27FC236}">
                <a16:creationId xmlns:a16="http://schemas.microsoft.com/office/drawing/2014/main" id="{C473AD53-C045-4358-919E-29986BF73D08}"/>
              </a:ext>
            </a:extLst>
          </p:cNvPr>
          <p:cNvSpPr>
            <a:spLocks xmlns:a="http://schemas.openxmlformats.org/drawingml/2006/main" noGrp="1"/>
          </p:cNvSpPr>
          <p:nvPr>
            <p:ph type="title" idx="0"/>
          </p:nvPr>
        </p:nvSpPr>
        <p:spPr>
          <a:xfrm xmlns:a="http://schemas.openxmlformats.org/drawingml/2006/main">
            <a:off x="628650" y="273844"/>
            <a:ext cx="7886700" cy="9942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68575" tIns="34275" rIns="68575" bIns="34275" anchor="ctr">
            <a:normAutofit/>
          </a:bodyPr>
          <a:lstStyle xmlns:a="http://schemas.openxmlformats.org/drawingml/2006/main">
            <a:lvl1pPr marR="0" algn="l">
              <a:lnSpc>
                <a:spcPct val="90000"/>
              </a:lnSpc>
              <a:spcBef>
                <a:spcPts val="0"/>
              </a:spcBef>
              <a:spcAft>
                <a:spcPts val="0"/>
              </a:spcAft>
              <a:buClr>
                <a:schemeClr val="dk1"/>
              </a:buClr>
              <a:buSzPts val="3300"/>
              <a:buFont typeface="Calibri"/>
              <a:buNone/>
              <a:defRPr sz="3300" b="0" i="0" u="none" cap="none">
                <a:solidFill>
                  <a:schemeClr val="dk1"/>
                </a:solidFill>
                <a:latin typeface="Calibri"/>
                <a:ea typeface="Calibri"/>
                <a:cs typeface="Calibri"/>
              </a:defRPr>
            </a:lvl1pPr>
            <a:lvl2pPr>
              <a:spcBef>
                <a:spcPts val="0"/>
              </a:spcBef>
              <a:spcAft>
                <a:spcPts val="0"/>
              </a:spcAft>
              <a:buSzPts val="1100"/>
              <a:buNone/>
              <a:defRPr sz="1400"/>
            </a:lvl2pPr>
            <a:lvl3pPr>
              <a:spcBef>
                <a:spcPts val="0"/>
              </a:spcBef>
              <a:spcAft>
                <a:spcPts val="0"/>
              </a:spcAft>
              <a:buSzPts val="1100"/>
              <a:buNone/>
              <a:defRPr sz="1400"/>
            </a:lvl3pPr>
            <a:lvl4pPr>
              <a:spcBef>
                <a:spcPts val="0"/>
              </a:spcBef>
              <a:spcAft>
                <a:spcPts val="0"/>
              </a:spcAft>
              <a:buSzPts val="1100"/>
              <a:buNone/>
              <a:defRPr sz="1400"/>
            </a:lvl4pPr>
            <a:lvl5pPr>
              <a:spcBef>
                <a:spcPts val="0"/>
              </a:spcBef>
              <a:spcAft>
                <a:spcPts val="0"/>
              </a:spcAft>
              <a:buSzPts val="1100"/>
              <a:buNone/>
              <a:defRPr sz="1400"/>
            </a:lvl5pPr>
            <a:lvl6pPr>
              <a:spcBef>
                <a:spcPts val="0"/>
              </a:spcBef>
              <a:spcAft>
                <a:spcPts val="0"/>
              </a:spcAft>
              <a:buSzPts val="1100"/>
              <a:buNone/>
              <a:defRPr sz="1400"/>
            </a:lvl6pPr>
            <a:lvl7pPr>
              <a:spcBef>
                <a:spcPts val="0"/>
              </a:spcBef>
              <a:spcAft>
                <a:spcPts val="0"/>
              </a:spcAft>
              <a:buSzPts val="1100"/>
              <a:buNone/>
              <a:defRPr sz="1400"/>
            </a:lvl7pPr>
            <a:lvl8pPr>
              <a:spcBef>
                <a:spcPts val="0"/>
              </a:spcBef>
              <a:spcAft>
                <a:spcPts val="0"/>
              </a:spcAft>
              <a:buSzPts val="1100"/>
              <a:buNone/>
              <a:defRPr sz="1400"/>
            </a:lvl8pPr>
            <a:lvl9pPr>
              <a:spcBef>
                <a:spcPts val="0"/>
              </a:spcBef>
              <a:spcAft>
                <a:spcPts val="0"/>
              </a:spcAft>
              <a:buSzPts val="1100"/>
              <a:buNone/>
              <a:defRPr sz="1400"/>
            </a:lvl9pPr>
          </a:lstStyle>
          <a:p xmlns:a="http://schemas.openxmlformats.org/drawingml/2006/main">
            <a:endParaRPr/>
          </a:p>
        </p:txBody>
      </p:sp>
      <p:sp>
        <p:nvSpPr>
          <p:cNvPr id="7" name="Google Shape;7;p1">
            <a:extLst xmlns:a="http://schemas.openxmlformats.org/drawingml/2006/main">
              <a:ext uri="{FF2B5EF4-FFF2-40B4-BE49-F238E27FC236}">
                <a16:creationId xmlns:a16="http://schemas.microsoft.com/office/drawing/2014/main" id="{E656CA0F-A381-45E4-947F-5388B13CE1E6}"/>
              </a:ext>
            </a:extLst>
          </p:cNvPr>
          <p:cNvSpPr>
            <a:spLocks xmlns:a="http://schemas.openxmlformats.org/drawingml/2006/main" noGrp="1"/>
          </p:cNvSpPr>
          <p:nvPr>
            <p:ph type="body" idx="1"/>
          </p:nvPr>
        </p:nvSpPr>
        <p:spPr>
          <a:xfrm xmlns:a="http://schemas.openxmlformats.org/drawingml/2006/main">
            <a:off x="628650" y="1369219"/>
            <a:ext cx="7886700" cy="32634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68575" tIns="34275" rIns="68575" bIns="34275" anchor="t">
            <a:normAutofit/>
          </a:bodyPr>
          <a:lstStyle xmlns:a="http://schemas.openxmlformats.org/drawingml/2006/main">
            <a:lvl1pPr marL="457200" marR="0" indent="-361950" algn="l">
              <a:lnSpc>
                <a:spcPct val="90000"/>
              </a:lnSpc>
              <a:spcBef>
                <a:spcPts val="800"/>
              </a:spcBef>
              <a:spcAft>
                <a:spcPts val="0"/>
              </a:spcAft>
              <a:buClr>
                <a:schemeClr val="dk1"/>
              </a:buClr>
              <a:buSzPts val="2100"/>
              <a:buFont typeface="Arial"/>
              <a:buChar char="•"/>
              <a:defRPr sz="2100" b="0" i="0" u="none" cap="none">
                <a:solidFill>
                  <a:schemeClr val="dk1"/>
                </a:solidFill>
                <a:latin typeface="Calibri"/>
                <a:ea typeface="Calibri"/>
                <a:cs typeface="Calibri"/>
              </a:defRPr>
            </a:lvl1pPr>
            <a:lvl2pPr marL="914400" marR="0" indent="-342900" algn="l">
              <a:lnSpc>
                <a:spcPct val="90000"/>
              </a:lnSpc>
              <a:spcBef>
                <a:spcPts val="400"/>
              </a:spcBef>
              <a:spcAft>
                <a:spcPts val="0"/>
              </a:spcAft>
              <a:buClr>
                <a:schemeClr val="dk1"/>
              </a:buClr>
              <a:buSzPts val="1800"/>
              <a:buFont typeface="Arial"/>
              <a:buChar char="•"/>
              <a:defRPr sz="1800" b="0" i="0" u="none" cap="none">
                <a:solidFill>
                  <a:schemeClr val="dk1"/>
                </a:solidFill>
                <a:latin typeface="Calibri"/>
                <a:ea typeface="Calibri"/>
                <a:cs typeface="Calibri"/>
              </a:defRPr>
            </a:lvl2pPr>
            <a:lvl3pPr marL="1371600" marR="0" indent="-323850" algn="l">
              <a:lnSpc>
                <a:spcPct val="90000"/>
              </a:lnSpc>
              <a:spcBef>
                <a:spcPts val="400"/>
              </a:spcBef>
              <a:spcAft>
                <a:spcPts val="0"/>
              </a:spcAft>
              <a:buClr>
                <a:schemeClr val="dk1"/>
              </a:buClr>
              <a:buSzPts val="1500"/>
              <a:buFont typeface="Arial"/>
              <a:buChar char="•"/>
              <a:defRPr sz="1500" b="0" i="0" u="none" cap="none">
                <a:solidFill>
                  <a:schemeClr val="dk1"/>
                </a:solidFill>
                <a:latin typeface="Calibri"/>
                <a:ea typeface="Calibri"/>
                <a:cs typeface="Calibri"/>
              </a:defRPr>
            </a:lvl3pPr>
            <a:lvl4pPr marL="1828800" marR="0" indent="-317500" algn="l">
              <a:lnSpc>
                <a:spcPct val="90000"/>
              </a:lnSpc>
              <a:spcBef>
                <a:spcPts val="400"/>
              </a:spcBef>
              <a:spcAft>
                <a:spcPts val="0"/>
              </a:spcAft>
              <a:buClr>
                <a:schemeClr val="dk1"/>
              </a:buClr>
              <a:buSzPts val="1400"/>
              <a:buFont typeface="Arial"/>
              <a:buChar char="•"/>
              <a:defRPr sz="1400" b="0" i="0" u="none" cap="none">
                <a:solidFill>
                  <a:schemeClr val="dk1"/>
                </a:solidFill>
                <a:latin typeface="Calibri"/>
                <a:ea typeface="Calibri"/>
                <a:cs typeface="Calibri"/>
              </a:defRPr>
            </a:lvl4pPr>
            <a:lvl5pPr marL="2286000" marR="0" indent="-317500" algn="l">
              <a:lnSpc>
                <a:spcPct val="90000"/>
              </a:lnSpc>
              <a:spcBef>
                <a:spcPts val="400"/>
              </a:spcBef>
              <a:spcAft>
                <a:spcPts val="0"/>
              </a:spcAft>
              <a:buClr>
                <a:schemeClr val="dk1"/>
              </a:buClr>
              <a:buSzPts val="1400"/>
              <a:buFont typeface="Arial"/>
              <a:buChar char="•"/>
              <a:defRPr sz="1400" b="0" i="0" u="none" cap="none">
                <a:solidFill>
                  <a:schemeClr val="dk1"/>
                </a:solidFill>
                <a:latin typeface="Calibri"/>
                <a:ea typeface="Calibri"/>
                <a:cs typeface="Calibri"/>
              </a:defRPr>
            </a:lvl5pPr>
            <a:lvl6pPr marL="2743200" marR="0" indent="-317500" algn="l">
              <a:lnSpc>
                <a:spcPct val="90000"/>
              </a:lnSpc>
              <a:spcBef>
                <a:spcPts val="400"/>
              </a:spcBef>
              <a:spcAft>
                <a:spcPts val="0"/>
              </a:spcAft>
              <a:buClr>
                <a:schemeClr val="dk1"/>
              </a:buClr>
              <a:buSzPts val="1400"/>
              <a:buFont typeface="Arial"/>
              <a:buChar char="•"/>
              <a:defRPr sz="1400" b="0" i="0" u="none" cap="none">
                <a:solidFill>
                  <a:schemeClr val="dk1"/>
                </a:solidFill>
                <a:latin typeface="Calibri"/>
                <a:ea typeface="Calibri"/>
                <a:cs typeface="Calibri"/>
              </a:defRPr>
            </a:lvl6pPr>
            <a:lvl7pPr marL="3200400" marR="0" indent="-317500" algn="l">
              <a:lnSpc>
                <a:spcPct val="90000"/>
              </a:lnSpc>
              <a:spcBef>
                <a:spcPts val="400"/>
              </a:spcBef>
              <a:spcAft>
                <a:spcPts val="0"/>
              </a:spcAft>
              <a:buClr>
                <a:schemeClr val="dk1"/>
              </a:buClr>
              <a:buSzPts val="1400"/>
              <a:buFont typeface="Arial"/>
              <a:buChar char="•"/>
              <a:defRPr sz="1400" b="0" i="0" u="none" cap="none">
                <a:solidFill>
                  <a:schemeClr val="dk1"/>
                </a:solidFill>
                <a:latin typeface="Calibri"/>
                <a:ea typeface="Calibri"/>
                <a:cs typeface="Calibri"/>
              </a:defRPr>
            </a:lvl7pPr>
            <a:lvl8pPr marL="3657600" marR="0" indent="-317500" algn="l">
              <a:lnSpc>
                <a:spcPct val="90000"/>
              </a:lnSpc>
              <a:spcBef>
                <a:spcPts val="400"/>
              </a:spcBef>
              <a:spcAft>
                <a:spcPts val="0"/>
              </a:spcAft>
              <a:buClr>
                <a:schemeClr val="dk1"/>
              </a:buClr>
              <a:buSzPts val="1400"/>
              <a:buFont typeface="Arial"/>
              <a:buChar char="•"/>
              <a:defRPr sz="1400" b="0" i="0" u="none" cap="none">
                <a:solidFill>
                  <a:schemeClr val="dk1"/>
                </a:solidFill>
                <a:latin typeface="Calibri"/>
                <a:ea typeface="Calibri"/>
                <a:cs typeface="Calibri"/>
              </a:defRPr>
            </a:lvl8pPr>
            <a:lvl9pPr marL="4114800" marR="0" indent="-317500" algn="l">
              <a:lnSpc>
                <a:spcPct val="90000"/>
              </a:lnSpc>
              <a:spcBef>
                <a:spcPts val="400"/>
              </a:spcBef>
              <a:spcAft>
                <a:spcPts val="0"/>
              </a:spcAft>
              <a:buClr>
                <a:schemeClr val="dk1"/>
              </a:buClr>
              <a:buSzPts val="1400"/>
              <a:buFont typeface="Arial"/>
              <a:buChar char="•"/>
              <a:defRPr sz="1400" b="0" i="0" u="none" cap="none">
                <a:solidFill>
                  <a:schemeClr val="dk1"/>
                </a:solidFill>
                <a:latin typeface="Calibri"/>
                <a:ea typeface="Calibri"/>
                <a:cs typeface="Calibri"/>
              </a:defRPr>
            </a:lvl9pPr>
          </a:lstStyle>
          <a:p xmlns:a="http://schemas.openxmlformats.org/drawingml/2006/main">
            <a:endParaRPr/>
          </a:p>
        </p:txBody>
      </p:sp>
      <p:sp>
        <p:nvSpPr>
          <p:cNvPr id="8" name="Google Shape;8;p1">
            <a:extLst xmlns:a="http://schemas.openxmlformats.org/drawingml/2006/main">
              <a:ext uri="{FF2B5EF4-FFF2-40B4-BE49-F238E27FC236}">
                <a16:creationId xmlns:a16="http://schemas.microsoft.com/office/drawing/2014/main" id="{53AB7075-7F69-448E-B090-63C6CEBCDFBA}"/>
              </a:ext>
            </a:extLst>
          </p:cNvPr>
          <p:cNvSpPr>
            <a:spLocks xmlns:a="http://schemas.openxmlformats.org/drawingml/2006/main" noGrp="1"/>
          </p:cNvSpPr>
          <p:nvPr>
            <p:ph type="dt" idx="10"/>
          </p:nvPr>
        </p:nvSpPr>
        <p:spPr>
          <a:xfrm xmlns:a="http://schemas.openxmlformats.org/drawingml/2006/main">
            <a:off x="628650" y="4767263"/>
            <a:ext cx="2057400" cy="2739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68575" tIns="34275" rIns="68575" bIns="34275" anchor="ctr">
            <a:noAutofit/>
          </a:bodyPr>
          <a:lstStyle xmlns:a="http://schemas.openxmlformats.org/drawingml/2006/main">
            <a:lvl1pPr marR="0" algn="l">
              <a:spcBef>
                <a:spcPts val="0"/>
              </a:spcBef>
              <a:spcAft>
                <a:spcPts val="0"/>
              </a:spcAft>
              <a:buSzPts val="1100"/>
              <a:buNone/>
              <a:defRPr sz="900" b="0" i="0" u="none" cap="none">
                <a:solidFill>
                  <a:srgbClr val="888888"/>
                </a:solidFill>
                <a:latin typeface="Calibri"/>
                <a:ea typeface="Calibri"/>
                <a:cs typeface="Calibri"/>
              </a:defRPr>
            </a:lvl1pPr>
            <a:lvl2pPr marR="0" algn="l">
              <a:spcBef>
                <a:spcPts val="0"/>
              </a:spcBef>
              <a:spcAft>
                <a:spcPts val="0"/>
              </a:spcAft>
              <a:buSzPts val="1100"/>
              <a:buNone/>
              <a:defRPr sz="1400" b="0" i="0" u="none" cap="none">
                <a:solidFill>
                  <a:schemeClr val="dk1"/>
                </a:solidFill>
                <a:latin typeface="Calibri"/>
                <a:ea typeface="Calibri"/>
                <a:cs typeface="Calibri"/>
              </a:defRPr>
            </a:lvl2pPr>
            <a:lvl3pPr marR="0" algn="l">
              <a:spcBef>
                <a:spcPts val="0"/>
              </a:spcBef>
              <a:spcAft>
                <a:spcPts val="0"/>
              </a:spcAft>
              <a:buSzPts val="1100"/>
              <a:buNone/>
              <a:defRPr sz="1400" b="0" i="0" u="none" cap="none">
                <a:solidFill>
                  <a:schemeClr val="dk1"/>
                </a:solidFill>
                <a:latin typeface="Calibri"/>
                <a:ea typeface="Calibri"/>
                <a:cs typeface="Calibri"/>
              </a:defRPr>
            </a:lvl3pPr>
            <a:lvl4pPr marR="0" algn="l">
              <a:spcBef>
                <a:spcPts val="0"/>
              </a:spcBef>
              <a:spcAft>
                <a:spcPts val="0"/>
              </a:spcAft>
              <a:buSzPts val="1100"/>
              <a:buNone/>
              <a:defRPr sz="1400" b="0" i="0" u="none" cap="none">
                <a:solidFill>
                  <a:schemeClr val="dk1"/>
                </a:solidFill>
                <a:latin typeface="Calibri"/>
                <a:ea typeface="Calibri"/>
                <a:cs typeface="Calibri"/>
              </a:defRPr>
            </a:lvl4pPr>
            <a:lvl5pPr marR="0" algn="l">
              <a:spcBef>
                <a:spcPts val="0"/>
              </a:spcBef>
              <a:spcAft>
                <a:spcPts val="0"/>
              </a:spcAft>
              <a:buSzPts val="1100"/>
              <a:buNone/>
              <a:defRPr sz="1400" b="0" i="0" u="none" cap="none">
                <a:solidFill>
                  <a:schemeClr val="dk1"/>
                </a:solidFill>
                <a:latin typeface="Calibri"/>
                <a:ea typeface="Calibri"/>
                <a:cs typeface="Calibri"/>
              </a:defRPr>
            </a:lvl5pPr>
            <a:lvl6pPr marR="0" algn="l">
              <a:spcBef>
                <a:spcPts val="0"/>
              </a:spcBef>
              <a:spcAft>
                <a:spcPts val="0"/>
              </a:spcAft>
              <a:buSzPts val="1100"/>
              <a:buNone/>
              <a:defRPr sz="1400" b="0" i="0" u="none" cap="none">
                <a:solidFill>
                  <a:schemeClr val="dk1"/>
                </a:solidFill>
                <a:latin typeface="Calibri"/>
                <a:ea typeface="Calibri"/>
                <a:cs typeface="Calibri"/>
              </a:defRPr>
            </a:lvl6pPr>
            <a:lvl7pPr marR="0" algn="l">
              <a:spcBef>
                <a:spcPts val="0"/>
              </a:spcBef>
              <a:spcAft>
                <a:spcPts val="0"/>
              </a:spcAft>
              <a:buSzPts val="1100"/>
              <a:buNone/>
              <a:defRPr sz="1400" b="0" i="0" u="none" cap="none">
                <a:solidFill>
                  <a:schemeClr val="dk1"/>
                </a:solidFill>
                <a:latin typeface="Calibri"/>
                <a:ea typeface="Calibri"/>
                <a:cs typeface="Calibri"/>
              </a:defRPr>
            </a:lvl7pPr>
            <a:lvl8pPr marR="0" algn="l">
              <a:spcBef>
                <a:spcPts val="0"/>
              </a:spcBef>
              <a:spcAft>
                <a:spcPts val="0"/>
              </a:spcAft>
              <a:buSzPts val="1100"/>
              <a:buNone/>
              <a:defRPr sz="1400" b="0" i="0" u="none" cap="none">
                <a:solidFill>
                  <a:schemeClr val="dk1"/>
                </a:solidFill>
                <a:latin typeface="Calibri"/>
                <a:ea typeface="Calibri"/>
                <a:cs typeface="Calibri"/>
              </a:defRPr>
            </a:lvl8pPr>
            <a:lvl9pPr marR="0" algn="l">
              <a:spcBef>
                <a:spcPts val="0"/>
              </a:spcBef>
              <a:spcAft>
                <a:spcPts val="0"/>
              </a:spcAft>
              <a:buSzPts val="1100"/>
              <a:buNone/>
              <a:defRPr sz="1400" b="0" i="0" u="none" cap="none">
                <a:solidFill>
                  <a:schemeClr val="dk1"/>
                </a:solidFill>
                <a:latin typeface="Calibri"/>
                <a:ea typeface="Calibri"/>
                <a:cs typeface="Calibri"/>
              </a:defRPr>
            </a:lvl9pPr>
          </a:lstStyle>
          <a:p xmlns:a="http://schemas.openxmlformats.org/drawingml/2006/main">
            <a:endParaRPr/>
          </a:p>
        </p:txBody>
      </p:sp>
      <p:sp>
        <p:nvSpPr>
          <p:cNvPr id="9" name="Google Shape;9;p1">
            <a:extLst xmlns:a="http://schemas.openxmlformats.org/drawingml/2006/main">
              <a:ext uri="{FF2B5EF4-FFF2-40B4-BE49-F238E27FC236}">
                <a16:creationId xmlns:a16="http://schemas.microsoft.com/office/drawing/2014/main" id="{409009A9-A3C3-4DAA-ABEB-FDFD953EBB52}"/>
              </a:ext>
            </a:extLst>
          </p:cNvPr>
          <p:cNvSpPr>
            <a:spLocks xmlns:a="http://schemas.openxmlformats.org/drawingml/2006/main" noGrp="1"/>
          </p:cNvSpPr>
          <p:nvPr>
            <p:ph type="ftr" idx="11"/>
          </p:nvPr>
        </p:nvSpPr>
        <p:spPr>
          <a:xfrm xmlns:a="http://schemas.openxmlformats.org/drawingml/2006/main">
            <a:off x="3028950" y="4767263"/>
            <a:ext cx="3086100" cy="2739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68575" tIns="34275" rIns="68575" bIns="34275" anchor="ctr">
            <a:noAutofit/>
          </a:bodyPr>
          <a:lstStyle xmlns:a="http://schemas.openxmlformats.org/drawingml/2006/main">
            <a:lvl1pPr marR="0" algn="ctr">
              <a:spcBef>
                <a:spcPts val="0"/>
              </a:spcBef>
              <a:spcAft>
                <a:spcPts val="0"/>
              </a:spcAft>
              <a:buSzPts val="1100"/>
              <a:buNone/>
              <a:defRPr sz="900" b="0" i="0" u="none" cap="none">
                <a:solidFill>
                  <a:srgbClr val="888888"/>
                </a:solidFill>
                <a:latin typeface="Calibri"/>
                <a:ea typeface="Calibri"/>
                <a:cs typeface="Calibri"/>
              </a:defRPr>
            </a:lvl1pPr>
            <a:lvl2pPr marR="0" algn="l">
              <a:spcBef>
                <a:spcPts val="0"/>
              </a:spcBef>
              <a:spcAft>
                <a:spcPts val="0"/>
              </a:spcAft>
              <a:buSzPts val="1100"/>
              <a:buNone/>
              <a:defRPr sz="1400" b="0" i="0" u="none" cap="none">
                <a:solidFill>
                  <a:schemeClr val="dk1"/>
                </a:solidFill>
                <a:latin typeface="Calibri"/>
                <a:ea typeface="Calibri"/>
                <a:cs typeface="Calibri"/>
              </a:defRPr>
            </a:lvl2pPr>
            <a:lvl3pPr marR="0" algn="l">
              <a:spcBef>
                <a:spcPts val="0"/>
              </a:spcBef>
              <a:spcAft>
                <a:spcPts val="0"/>
              </a:spcAft>
              <a:buSzPts val="1100"/>
              <a:buNone/>
              <a:defRPr sz="1400" b="0" i="0" u="none" cap="none">
                <a:solidFill>
                  <a:schemeClr val="dk1"/>
                </a:solidFill>
                <a:latin typeface="Calibri"/>
                <a:ea typeface="Calibri"/>
                <a:cs typeface="Calibri"/>
              </a:defRPr>
            </a:lvl3pPr>
            <a:lvl4pPr marR="0" algn="l">
              <a:spcBef>
                <a:spcPts val="0"/>
              </a:spcBef>
              <a:spcAft>
                <a:spcPts val="0"/>
              </a:spcAft>
              <a:buSzPts val="1100"/>
              <a:buNone/>
              <a:defRPr sz="1400" b="0" i="0" u="none" cap="none">
                <a:solidFill>
                  <a:schemeClr val="dk1"/>
                </a:solidFill>
                <a:latin typeface="Calibri"/>
                <a:ea typeface="Calibri"/>
                <a:cs typeface="Calibri"/>
              </a:defRPr>
            </a:lvl4pPr>
            <a:lvl5pPr marR="0" algn="l">
              <a:spcBef>
                <a:spcPts val="0"/>
              </a:spcBef>
              <a:spcAft>
                <a:spcPts val="0"/>
              </a:spcAft>
              <a:buSzPts val="1100"/>
              <a:buNone/>
              <a:defRPr sz="1400" b="0" i="0" u="none" cap="none">
                <a:solidFill>
                  <a:schemeClr val="dk1"/>
                </a:solidFill>
                <a:latin typeface="Calibri"/>
                <a:ea typeface="Calibri"/>
                <a:cs typeface="Calibri"/>
              </a:defRPr>
            </a:lvl5pPr>
            <a:lvl6pPr marR="0" algn="l">
              <a:spcBef>
                <a:spcPts val="0"/>
              </a:spcBef>
              <a:spcAft>
                <a:spcPts val="0"/>
              </a:spcAft>
              <a:buSzPts val="1100"/>
              <a:buNone/>
              <a:defRPr sz="1400" b="0" i="0" u="none" cap="none">
                <a:solidFill>
                  <a:schemeClr val="dk1"/>
                </a:solidFill>
                <a:latin typeface="Calibri"/>
                <a:ea typeface="Calibri"/>
                <a:cs typeface="Calibri"/>
              </a:defRPr>
            </a:lvl6pPr>
            <a:lvl7pPr marR="0" algn="l">
              <a:spcBef>
                <a:spcPts val="0"/>
              </a:spcBef>
              <a:spcAft>
                <a:spcPts val="0"/>
              </a:spcAft>
              <a:buSzPts val="1100"/>
              <a:buNone/>
              <a:defRPr sz="1400" b="0" i="0" u="none" cap="none">
                <a:solidFill>
                  <a:schemeClr val="dk1"/>
                </a:solidFill>
                <a:latin typeface="Calibri"/>
                <a:ea typeface="Calibri"/>
                <a:cs typeface="Calibri"/>
              </a:defRPr>
            </a:lvl7pPr>
            <a:lvl8pPr marR="0" algn="l">
              <a:spcBef>
                <a:spcPts val="0"/>
              </a:spcBef>
              <a:spcAft>
                <a:spcPts val="0"/>
              </a:spcAft>
              <a:buSzPts val="1100"/>
              <a:buNone/>
              <a:defRPr sz="1400" b="0" i="0" u="none" cap="none">
                <a:solidFill>
                  <a:schemeClr val="dk1"/>
                </a:solidFill>
                <a:latin typeface="Calibri"/>
                <a:ea typeface="Calibri"/>
                <a:cs typeface="Calibri"/>
              </a:defRPr>
            </a:lvl8pPr>
            <a:lvl9pPr marR="0" algn="l">
              <a:spcBef>
                <a:spcPts val="0"/>
              </a:spcBef>
              <a:spcAft>
                <a:spcPts val="0"/>
              </a:spcAft>
              <a:buSzPts val="1100"/>
              <a:buNone/>
              <a:defRPr sz="1400" b="0" i="0" u="none" cap="none">
                <a:solidFill>
                  <a:schemeClr val="dk1"/>
                </a:solidFill>
                <a:latin typeface="Calibri"/>
                <a:ea typeface="Calibri"/>
                <a:cs typeface="Calibri"/>
              </a:defRPr>
            </a:lvl9pPr>
          </a:lstStyle>
          <a:p xmlns:a="http://schemas.openxmlformats.org/drawingml/2006/main">
            <a:endParaRPr/>
          </a:p>
        </p:txBody>
      </p:sp>
      <p:sp>
        <p:nvSpPr>
          <p:cNvPr id="10" name="Google Shape;10;p1">
            <a:extLst xmlns:a="http://schemas.openxmlformats.org/drawingml/2006/main">
              <a:ext uri="{FF2B5EF4-FFF2-40B4-BE49-F238E27FC236}">
                <a16:creationId xmlns:a16="http://schemas.microsoft.com/office/drawing/2014/main" id="{2BD38C62-1BC7-4DDA-904D-3E569EFB0FA0}"/>
              </a:ext>
            </a:extLst>
          </p:cNvPr>
          <p:cNvSpPr>
            <a:spLocks xmlns:a="http://schemas.openxmlformats.org/drawingml/2006/main" noGrp="1"/>
          </p:cNvSpPr>
          <p:nvPr>
            <p:ph type="sldNum" idx="12"/>
          </p:nvPr>
        </p:nvSpPr>
        <p:spPr>
          <a:xfrm xmlns:a="http://schemas.openxmlformats.org/drawingml/2006/main">
            <a:off x="6457950" y="4767263"/>
            <a:ext cx="2057400" cy="2739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68575" tIns="34275" rIns="68575" bIns="34275" anchor="ctr">
            <a:noAutofit/>
          </a:bodyPr>
          <a:lstStyle xmlns:a="http://schemas.openxmlformats.org/drawingml/2006/main">
            <a:lvl1pPr marL="0" marR="0" indent="0" algn="r">
              <a:spcBef>
                <a:spcPts val="0"/>
              </a:spcBef>
              <a:buNone/>
              <a:defRPr sz="900" b="0" i="0" u="none" cap="none">
                <a:solidFill>
                  <a:srgbClr val="888888"/>
                </a:solidFill>
                <a:latin typeface="Calibri"/>
                <a:ea typeface="Calibri"/>
                <a:cs typeface="Calibri"/>
              </a:defRPr>
            </a:lvl1pPr>
            <a:lvl2pPr marL="0" marR="0" indent="0" algn="r">
              <a:spcBef>
                <a:spcPts val="0"/>
              </a:spcBef>
              <a:buNone/>
              <a:defRPr sz="900" b="0" i="0" u="none" cap="none">
                <a:solidFill>
                  <a:srgbClr val="888888"/>
                </a:solidFill>
                <a:latin typeface="Calibri"/>
                <a:ea typeface="Calibri"/>
                <a:cs typeface="Calibri"/>
              </a:defRPr>
            </a:lvl2pPr>
            <a:lvl3pPr marL="0" marR="0" indent="0" algn="r">
              <a:spcBef>
                <a:spcPts val="0"/>
              </a:spcBef>
              <a:buNone/>
              <a:defRPr sz="900" b="0" i="0" u="none" cap="none">
                <a:solidFill>
                  <a:srgbClr val="888888"/>
                </a:solidFill>
                <a:latin typeface="Calibri"/>
                <a:ea typeface="Calibri"/>
                <a:cs typeface="Calibri"/>
              </a:defRPr>
            </a:lvl3pPr>
            <a:lvl4pPr marL="0" marR="0" indent="0" algn="r">
              <a:spcBef>
                <a:spcPts val="0"/>
              </a:spcBef>
              <a:buNone/>
              <a:defRPr sz="900" b="0" i="0" u="none" cap="none">
                <a:solidFill>
                  <a:srgbClr val="888888"/>
                </a:solidFill>
                <a:latin typeface="Calibri"/>
                <a:ea typeface="Calibri"/>
                <a:cs typeface="Calibri"/>
              </a:defRPr>
            </a:lvl4pPr>
            <a:lvl5pPr marL="0" marR="0" indent="0" algn="r">
              <a:spcBef>
                <a:spcPts val="0"/>
              </a:spcBef>
              <a:buNone/>
              <a:defRPr sz="900" b="0" i="0" u="none" cap="none">
                <a:solidFill>
                  <a:srgbClr val="888888"/>
                </a:solidFill>
                <a:latin typeface="Calibri"/>
                <a:ea typeface="Calibri"/>
                <a:cs typeface="Calibri"/>
              </a:defRPr>
            </a:lvl5pPr>
            <a:lvl6pPr marL="0" marR="0" indent="0" algn="r">
              <a:spcBef>
                <a:spcPts val="0"/>
              </a:spcBef>
              <a:buNone/>
              <a:defRPr sz="900" b="0" i="0" u="none" cap="none">
                <a:solidFill>
                  <a:srgbClr val="888888"/>
                </a:solidFill>
                <a:latin typeface="Calibri"/>
                <a:ea typeface="Calibri"/>
                <a:cs typeface="Calibri"/>
              </a:defRPr>
            </a:lvl6pPr>
            <a:lvl7pPr marL="0" marR="0" indent="0" algn="r">
              <a:spcBef>
                <a:spcPts val="0"/>
              </a:spcBef>
              <a:buNone/>
              <a:defRPr sz="900" b="0" i="0" u="none" cap="none">
                <a:solidFill>
                  <a:srgbClr val="888888"/>
                </a:solidFill>
                <a:latin typeface="Calibri"/>
                <a:ea typeface="Calibri"/>
                <a:cs typeface="Calibri"/>
              </a:defRPr>
            </a:lvl7pPr>
            <a:lvl8pPr marL="0" marR="0" indent="0" algn="r">
              <a:spcBef>
                <a:spcPts val="0"/>
              </a:spcBef>
              <a:buNone/>
              <a:defRPr sz="900" b="0" i="0" u="none" cap="none">
                <a:solidFill>
                  <a:srgbClr val="888888"/>
                </a:solidFill>
                <a:latin typeface="Calibri"/>
                <a:ea typeface="Calibri"/>
                <a:cs typeface="Calibri"/>
              </a:defRPr>
            </a:lvl8pPr>
            <a:lvl9pPr marL="0" marR="0" indent="0" algn="r">
              <a:spcBef>
                <a:spcPts val="0"/>
              </a:spcBef>
              <a:buNone/>
              <a:defRPr sz="900" b="0" i="0" u="none" cap="none">
                <a:solidFill>
                  <a:srgbClr val="888888"/>
                </a:solidFill>
                <a:latin typeface="Calibri"/>
                <a:ea typeface="Calibri"/>
                <a:cs typeface="Calibri"/>
              </a:defRPr>
            </a:lvl9pPr>
          </a:lstStyle>
          <a:p xmlns:a="http://schemas.openxmlformats.org/drawingml/2006/main">
            <a:pPr marL="0" lvl="0" indent="0" algn="r">
              <a:spcBef>
                <a:spcPts val="0"/>
              </a:spcBef>
              <a:spcAft>
                <a:spcPts val="0"/>
              </a:spcAft>
              <a:buNone/>
            </a:pPr>
            <a:fld id="{00000000-1234-1234-1234-123412341234}" type="slidenum">
              <a:t>‹#›</a:t>
            </a:fld>
            <a:endParaRPr/>
          </a:p>
        </p:txBody>
      </p:sp>
    </p:spTree>
  </p:cSld>
  <p:clrMap bg1="lt1" tx1="dk1" bg2="dk2" tx2="lt2" accent1="accent1" accent2="accent2" accent3="accent3" accent4="accent4" accent5="accent5" accent6="accent6" hlink="hlink" folHlink="folHlink"/>
  <p:sldLayoutIdLst>
    <p:sldLayoutId xmlns:r="http://schemas.openxmlformats.org/officeDocument/2006/relationships" id="2147483649" r:id="R5b879d871da64a47"/>
    <p:sldLayoutId xmlns:r="http://schemas.openxmlformats.org/officeDocument/2006/relationships" id="2147483650" r:id="R040c3006c94d4f2a"/>
    <p:sldLayoutId xmlns:r="http://schemas.openxmlformats.org/officeDocument/2006/relationships" id="2147483651" r:id="R39157ed9cdb6474a"/>
    <p:sldLayoutId xmlns:r="http://schemas.openxmlformats.org/officeDocument/2006/relationships" id="2147483652" r:id="Raa730969929c4d57"/>
    <p:sldLayoutId xmlns:r="http://schemas.openxmlformats.org/officeDocument/2006/relationships" id="2147483653" r:id="R75ce68aab4654cfa"/>
    <p:sldLayoutId xmlns:r="http://schemas.openxmlformats.org/officeDocument/2006/relationships" id="2147483654" r:id="R2e80fe80afd94655"/>
    <p:sldLayoutId xmlns:r="http://schemas.openxmlformats.org/officeDocument/2006/relationships" id="2147483655" r:id="Rec2a5502fe0d442a"/>
    <p:sldLayoutId xmlns:r="http://schemas.openxmlformats.org/officeDocument/2006/relationships" id="2147483656" r:id="R72acdbc7dcb4419f"/>
    <p:sldLayoutId xmlns:r="http://schemas.openxmlformats.org/officeDocument/2006/relationships" id="2147483657" r:id="R973235dfcd61427b"/>
    <p:sldLayoutId xmlns:r="http://schemas.openxmlformats.org/officeDocument/2006/relationships" id="2147483658" r:id="R22a9f8b59418470e"/>
    <p:sldLayoutId xmlns:r="http://schemas.openxmlformats.org/officeDocument/2006/relationships" id="2147483659" r:id="R0d7761a65aa14135"/>
    <p:sldLayoutId xmlns:r="http://schemas.openxmlformats.org/officeDocument/2006/relationships" id="2147483660" r:id="R723c296705174592"/>
  </p:sldLayoutIdLst>
  <p:hf sldNum="0" hdr="0" ftr="0" dt="0"/>
  <p:txStyles>
    <p:titleStyle>
      <a:lvl1pPr xmlns:a="http://schemas.openxmlformats.org/drawingml/2006/main" marR="0" algn="l">
        <a:lnSpc>
          <a:spcPct val="100000"/>
        </a:lnSpc>
        <a:spcBef>
          <a:spcPts val="0"/>
        </a:spcBef>
        <a:spcAft>
          <a:spcPts val="0"/>
        </a:spcAft>
        <a:buClr>
          <a:srgbClr val="000000"/>
        </a:buClr>
        <a:buFont typeface="Arial"/>
        <a:buNone/>
        <a:defRPr sz="1400" b="0" i="0" u="none" cap="none" spc="0">
          <a:solidFill>
            <a:srgbClr val="000000"/>
          </a:solidFill>
          <a:latin typeface="Arial"/>
          <a:ea typeface="Arial"/>
          <a:cs typeface="Arial"/>
        </a:defRPr>
      </a:lvl1pPr>
      <a:lvl2pPr xmlns:a="http://schemas.openxmlformats.org/drawingml/2006/main" marR="0" algn="l">
        <a:lnSpc>
          <a:spcPct val="100000"/>
        </a:lnSpc>
        <a:spcBef>
          <a:spcPts val="0"/>
        </a:spcBef>
        <a:spcAft>
          <a:spcPts val="0"/>
        </a:spcAft>
        <a:buClr>
          <a:srgbClr val="000000"/>
        </a:buClr>
        <a:buFont typeface="Arial"/>
        <a:buNone/>
        <a:defRPr sz="1400" b="0" i="0" u="none" cap="none" spc="0">
          <a:solidFill>
            <a:srgbClr val="000000"/>
          </a:solidFill>
          <a:latin typeface="Arial"/>
          <a:ea typeface="Arial"/>
          <a:cs typeface="Arial"/>
        </a:defRPr>
      </a:lvl2pPr>
      <a:lvl3pPr xmlns:a="http://schemas.openxmlformats.org/drawingml/2006/main" marR="0" algn="l">
        <a:lnSpc>
          <a:spcPct val="100000"/>
        </a:lnSpc>
        <a:spcBef>
          <a:spcPts val="0"/>
        </a:spcBef>
        <a:spcAft>
          <a:spcPts val="0"/>
        </a:spcAft>
        <a:buClr>
          <a:srgbClr val="000000"/>
        </a:buClr>
        <a:buFont typeface="Arial"/>
        <a:buNone/>
        <a:defRPr sz="1400" b="0" i="0" u="none" cap="none" spc="0">
          <a:solidFill>
            <a:srgbClr val="000000"/>
          </a:solidFill>
          <a:latin typeface="Arial"/>
          <a:ea typeface="Arial"/>
          <a:cs typeface="Arial"/>
        </a:defRPr>
      </a:lvl3pPr>
      <a:lvl4pPr xmlns:a="http://schemas.openxmlformats.org/drawingml/2006/main" marR="0" algn="l">
        <a:lnSpc>
          <a:spcPct val="100000"/>
        </a:lnSpc>
        <a:spcBef>
          <a:spcPts val="0"/>
        </a:spcBef>
        <a:spcAft>
          <a:spcPts val="0"/>
        </a:spcAft>
        <a:buClr>
          <a:srgbClr val="000000"/>
        </a:buClr>
        <a:buFont typeface="Arial"/>
        <a:buNone/>
        <a:defRPr sz="1400" b="0" i="0" u="none" cap="none" spc="0">
          <a:solidFill>
            <a:srgbClr val="000000"/>
          </a:solidFill>
          <a:latin typeface="Arial"/>
          <a:ea typeface="Arial"/>
          <a:cs typeface="Arial"/>
        </a:defRPr>
      </a:lvl4pPr>
      <a:lvl5pPr xmlns:a="http://schemas.openxmlformats.org/drawingml/2006/main" marR="0" algn="l">
        <a:lnSpc>
          <a:spcPct val="100000"/>
        </a:lnSpc>
        <a:spcBef>
          <a:spcPts val="0"/>
        </a:spcBef>
        <a:spcAft>
          <a:spcPts val="0"/>
        </a:spcAft>
        <a:buClr>
          <a:srgbClr val="000000"/>
        </a:buClr>
        <a:buFont typeface="Arial"/>
        <a:buNone/>
        <a:defRPr sz="1400" b="0" i="0" u="none" cap="none" spc="0">
          <a:solidFill>
            <a:srgbClr val="000000"/>
          </a:solidFill>
          <a:latin typeface="Arial"/>
          <a:ea typeface="Arial"/>
          <a:cs typeface="Arial"/>
        </a:defRPr>
      </a:lvl5pPr>
      <a:lvl6pPr xmlns:a="http://schemas.openxmlformats.org/drawingml/2006/main" marR="0" algn="l">
        <a:lnSpc>
          <a:spcPct val="100000"/>
        </a:lnSpc>
        <a:spcBef>
          <a:spcPts val="0"/>
        </a:spcBef>
        <a:spcAft>
          <a:spcPts val="0"/>
        </a:spcAft>
        <a:buClr>
          <a:srgbClr val="000000"/>
        </a:buClr>
        <a:buFont typeface="Arial"/>
        <a:buNone/>
        <a:defRPr sz="1400" b="0" i="0" u="none" cap="none" spc="0">
          <a:solidFill>
            <a:srgbClr val="000000"/>
          </a:solidFill>
          <a:latin typeface="Arial"/>
          <a:ea typeface="Arial"/>
          <a:cs typeface="Arial"/>
        </a:defRPr>
      </a:lvl6pPr>
      <a:lvl7pPr xmlns:a="http://schemas.openxmlformats.org/drawingml/2006/main" marR="0" algn="l">
        <a:lnSpc>
          <a:spcPct val="100000"/>
        </a:lnSpc>
        <a:spcBef>
          <a:spcPts val="0"/>
        </a:spcBef>
        <a:spcAft>
          <a:spcPts val="0"/>
        </a:spcAft>
        <a:buClr>
          <a:srgbClr val="000000"/>
        </a:buClr>
        <a:buFont typeface="Arial"/>
        <a:buNone/>
        <a:defRPr sz="1400" b="0" i="0" u="none" cap="none" spc="0">
          <a:solidFill>
            <a:srgbClr val="000000"/>
          </a:solidFill>
          <a:latin typeface="Arial"/>
          <a:ea typeface="Arial"/>
          <a:cs typeface="Arial"/>
        </a:defRPr>
      </a:lvl7pPr>
      <a:lvl8pPr xmlns:a="http://schemas.openxmlformats.org/drawingml/2006/main" marR="0" algn="l">
        <a:lnSpc>
          <a:spcPct val="100000"/>
        </a:lnSpc>
        <a:spcBef>
          <a:spcPts val="0"/>
        </a:spcBef>
        <a:spcAft>
          <a:spcPts val="0"/>
        </a:spcAft>
        <a:buClr>
          <a:srgbClr val="000000"/>
        </a:buClr>
        <a:buFont typeface="Arial"/>
        <a:buNone/>
        <a:defRPr sz="1400" b="0" i="0" u="none" cap="none" spc="0">
          <a:solidFill>
            <a:srgbClr val="000000"/>
          </a:solidFill>
          <a:latin typeface="Arial"/>
          <a:ea typeface="Arial"/>
          <a:cs typeface="Arial"/>
        </a:defRPr>
      </a:lvl8pPr>
      <a:lvl9pPr xmlns:a="http://schemas.openxmlformats.org/drawingml/2006/main" marR="0" algn="l">
        <a:lnSpc>
          <a:spcPct val="100000"/>
        </a:lnSpc>
        <a:spcBef>
          <a:spcPts val="0"/>
        </a:spcBef>
        <a:spcAft>
          <a:spcPts val="0"/>
        </a:spcAft>
        <a:buClr>
          <a:srgbClr val="000000"/>
        </a:buClr>
        <a:buFont typeface="Arial"/>
        <a:buNone/>
        <a:defRPr sz="1400" b="0" i="0" u="none" cap="none" spc="0">
          <a:solidFill>
            <a:srgbClr val="000000"/>
          </a:solidFill>
          <a:latin typeface="Arial"/>
          <a:ea typeface="Arial"/>
          <a:cs typeface="Arial"/>
        </a:defRPr>
      </a:lvl9pPr>
    </p:titleStyle>
    <p:bodyStyle>
      <a:lvl1pPr xmlns:a="http://schemas.openxmlformats.org/drawingml/2006/main" marR="0" algn="l">
        <a:lnSpc>
          <a:spcPct val="100000"/>
        </a:lnSpc>
        <a:spcBef>
          <a:spcPts val="0"/>
        </a:spcBef>
        <a:spcAft>
          <a:spcPts val="0"/>
        </a:spcAft>
        <a:buClr>
          <a:srgbClr val="000000"/>
        </a:buClr>
        <a:buFont typeface="Arial"/>
        <a:buNone/>
        <a:defRPr sz="1400" b="0" i="0" u="none" cap="none" spc="0">
          <a:solidFill>
            <a:srgbClr val="000000"/>
          </a:solidFill>
          <a:latin typeface="Arial"/>
          <a:ea typeface="Arial"/>
          <a:cs typeface="Arial"/>
        </a:defRPr>
      </a:lvl1pPr>
      <a:lvl2pPr xmlns:a="http://schemas.openxmlformats.org/drawingml/2006/main" marR="0" algn="l">
        <a:lnSpc>
          <a:spcPct val="100000"/>
        </a:lnSpc>
        <a:spcBef>
          <a:spcPts val="0"/>
        </a:spcBef>
        <a:spcAft>
          <a:spcPts val="0"/>
        </a:spcAft>
        <a:buClr>
          <a:srgbClr val="000000"/>
        </a:buClr>
        <a:buFont typeface="Arial"/>
        <a:buNone/>
        <a:defRPr sz="1400" b="0" i="0" u="none" cap="none" spc="0">
          <a:solidFill>
            <a:srgbClr val="000000"/>
          </a:solidFill>
          <a:latin typeface="Arial"/>
          <a:ea typeface="Arial"/>
          <a:cs typeface="Arial"/>
        </a:defRPr>
      </a:lvl2pPr>
      <a:lvl3pPr xmlns:a="http://schemas.openxmlformats.org/drawingml/2006/main" marR="0" algn="l">
        <a:lnSpc>
          <a:spcPct val="100000"/>
        </a:lnSpc>
        <a:spcBef>
          <a:spcPts val="0"/>
        </a:spcBef>
        <a:spcAft>
          <a:spcPts val="0"/>
        </a:spcAft>
        <a:buClr>
          <a:srgbClr val="000000"/>
        </a:buClr>
        <a:buFont typeface="Arial"/>
        <a:buNone/>
        <a:defRPr sz="1400" b="0" i="0" u="none" cap="none" spc="0">
          <a:solidFill>
            <a:srgbClr val="000000"/>
          </a:solidFill>
          <a:latin typeface="Arial"/>
          <a:ea typeface="Arial"/>
          <a:cs typeface="Arial"/>
        </a:defRPr>
      </a:lvl3pPr>
      <a:lvl4pPr xmlns:a="http://schemas.openxmlformats.org/drawingml/2006/main" marR="0" algn="l">
        <a:lnSpc>
          <a:spcPct val="100000"/>
        </a:lnSpc>
        <a:spcBef>
          <a:spcPts val="0"/>
        </a:spcBef>
        <a:spcAft>
          <a:spcPts val="0"/>
        </a:spcAft>
        <a:buClr>
          <a:srgbClr val="000000"/>
        </a:buClr>
        <a:buFont typeface="Arial"/>
        <a:buNone/>
        <a:defRPr sz="1400" b="0" i="0" u="none" cap="none" spc="0">
          <a:solidFill>
            <a:srgbClr val="000000"/>
          </a:solidFill>
          <a:latin typeface="Arial"/>
          <a:ea typeface="Arial"/>
          <a:cs typeface="Arial"/>
        </a:defRPr>
      </a:lvl4pPr>
      <a:lvl5pPr xmlns:a="http://schemas.openxmlformats.org/drawingml/2006/main" marR="0" algn="l">
        <a:lnSpc>
          <a:spcPct val="100000"/>
        </a:lnSpc>
        <a:spcBef>
          <a:spcPts val="0"/>
        </a:spcBef>
        <a:spcAft>
          <a:spcPts val="0"/>
        </a:spcAft>
        <a:buClr>
          <a:srgbClr val="000000"/>
        </a:buClr>
        <a:buFont typeface="Arial"/>
        <a:buNone/>
        <a:defRPr sz="1400" b="0" i="0" u="none" cap="none" spc="0">
          <a:solidFill>
            <a:srgbClr val="000000"/>
          </a:solidFill>
          <a:latin typeface="Arial"/>
          <a:ea typeface="Arial"/>
          <a:cs typeface="Arial"/>
        </a:defRPr>
      </a:lvl5pPr>
      <a:lvl6pPr xmlns:a="http://schemas.openxmlformats.org/drawingml/2006/main" marR="0" algn="l">
        <a:lnSpc>
          <a:spcPct val="100000"/>
        </a:lnSpc>
        <a:spcBef>
          <a:spcPts val="0"/>
        </a:spcBef>
        <a:spcAft>
          <a:spcPts val="0"/>
        </a:spcAft>
        <a:buClr>
          <a:srgbClr val="000000"/>
        </a:buClr>
        <a:buFont typeface="Arial"/>
        <a:buNone/>
        <a:defRPr sz="1400" b="0" i="0" u="none" cap="none" spc="0">
          <a:solidFill>
            <a:srgbClr val="000000"/>
          </a:solidFill>
          <a:latin typeface="Arial"/>
          <a:ea typeface="Arial"/>
          <a:cs typeface="Arial"/>
        </a:defRPr>
      </a:lvl6pPr>
      <a:lvl7pPr xmlns:a="http://schemas.openxmlformats.org/drawingml/2006/main" marR="0" algn="l">
        <a:lnSpc>
          <a:spcPct val="100000"/>
        </a:lnSpc>
        <a:spcBef>
          <a:spcPts val="0"/>
        </a:spcBef>
        <a:spcAft>
          <a:spcPts val="0"/>
        </a:spcAft>
        <a:buClr>
          <a:srgbClr val="000000"/>
        </a:buClr>
        <a:buFont typeface="Arial"/>
        <a:buNone/>
        <a:defRPr sz="1400" b="0" i="0" u="none" cap="none" spc="0">
          <a:solidFill>
            <a:srgbClr val="000000"/>
          </a:solidFill>
          <a:latin typeface="Arial"/>
          <a:ea typeface="Arial"/>
          <a:cs typeface="Arial"/>
        </a:defRPr>
      </a:lvl7pPr>
      <a:lvl8pPr xmlns:a="http://schemas.openxmlformats.org/drawingml/2006/main" marR="0" algn="l">
        <a:lnSpc>
          <a:spcPct val="100000"/>
        </a:lnSpc>
        <a:spcBef>
          <a:spcPts val="0"/>
        </a:spcBef>
        <a:spcAft>
          <a:spcPts val="0"/>
        </a:spcAft>
        <a:buClr>
          <a:srgbClr val="000000"/>
        </a:buClr>
        <a:buFont typeface="Arial"/>
        <a:buNone/>
        <a:defRPr sz="1400" b="0" i="0" u="none" cap="none" spc="0">
          <a:solidFill>
            <a:srgbClr val="000000"/>
          </a:solidFill>
          <a:latin typeface="Arial"/>
          <a:ea typeface="Arial"/>
          <a:cs typeface="Arial"/>
        </a:defRPr>
      </a:lvl8pPr>
      <a:lvl9pPr xmlns:a="http://schemas.openxmlformats.org/drawingml/2006/main" marR="0" algn="l">
        <a:lnSpc>
          <a:spcPct val="100000"/>
        </a:lnSpc>
        <a:spcBef>
          <a:spcPts val="0"/>
        </a:spcBef>
        <a:spcAft>
          <a:spcPts val="0"/>
        </a:spcAft>
        <a:buClr>
          <a:srgbClr val="000000"/>
        </a:buClr>
        <a:buFont typeface="Arial"/>
        <a:buNone/>
        <a:defRPr sz="1400" b="0" i="0" u="none" cap="none" spc="0">
          <a:solidFill>
            <a:srgbClr val="000000"/>
          </a:solidFill>
          <a:latin typeface="Arial"/>
          <a:ea typeface="Arial"/>
          <a:cs typeface="Arial"/>
        </a:defRPr>
      </a:lvl9pPr>
    </p:bodyStyle>
    <p:otherStyle>
      <a:lvl1pPr xmlns:a="http://schemas.openxmlformats.org/drawingml/2006/main" marR="0" algn="l">
        <a:lnSpc>
          <a:spcPct val="100000"/>
        </a:lnSpc>
        <a:spcBef>
          <a:spcPts val="0"/>
        </a:spcBef>
        <a:spcAft>
          <a:spcPts val="0"/>
        </a:spcAft>
        <a:buClr>
          <a:srgbClr val="000000"/>
        </a:buClr>
        <a:buFont typeface="Arial"/>
        <a:buNone/>
        <a:defRPr sz="1400" b="0" i="0" u="none" cap="none" spc="0">
          <a:solidFill>
            <a:srgbClr val="000000"/>
          </a:solidFill>
          <a:latin typeface="Arial"/>
          <a:ea typeface="Arial"/>
          <a:cs typeface="Arial"/>
        </a:defRPr>
      </a:lvl1pPr>
      <a:lvl2pPr xmlns:a="http://schemas.openxmlformats.org/drawingml/2006/main" marR="0" algn="l">
        <a:lnSpc>
          <a:spcPct val="100000"/>
        </a:lnSpc>
        <a:spcBef>
          <a:spcPts val="0"/>
        </a:spcBef>
        <a:spcAft>
          <a:spcPts val="0"/>
        </a:spcAft>
        <a:buClr>
          <a:srgbClr val="000000"/>
        </a:buClr>
        <a:buFont typeface="Arial"/>
        <a:buNone/>
        <a:defRPr sz="1400" b="0" i="0" u="none" cap="none" spc="0">
          <a:solidFill>
            <a:srgbClr val="000000"/>
          </a:solidFill>
          <a:latin typeface="Arial"/>
          <a:ea typeface="Arial"/>
          <a:cs typeface="Arial"/>
        </a:defRPr>
      </a:lvl2pPr>
      <a:lvl3pPr xmlns:a="http://schemas.openxmlformats.org/drawingml/2006/main" marR="0" algn="l">
        <a:lnSpc>
          <a:spcPct val="100000"/>
        </a:lnSpc>
        <a:spcBef>
          <a:spcPts val="0"/>
        </a:spcBef>
        <a:spcAft>
          <a:spcPts val="0"/>
        </a:spcAft>
        <a:buClr>
          <a:srgbClr val="000000"/>
        </a:buClr>
        <a:buFont typeface="Arial"/>
        <a:buNone/>
        <a:defRPr sz="1400" b="0" i="0" u="none" cap="none" spc="0">
          <a:solidFill>
            <a:srgbClr val="000000"/>
          </a:solidFill>
          <a:latin typeface="Arial"/>
          <a:ea typeface="Arial"/>
          <a:cs typeface="Arial"/>
        </a:defRPr>
      </a:lvl3pPr>
      <a:lvl4pPr xmlns:a="http://schemas.openxmlformats.org/drawingml/2006/main" marR="0" algn="l">
        <a:lnSpc>
          <a:spcPct val="100000"/>
        </a:lnSpc>
        <a:spcBef>
          <a:spcPts val="0"/>
        </a:spcBef>
        <a:spcAft>
          <a:spcPts val="0"/>
        </a:spcAft>
        <a:buClr>
          <a:srgbClr val="000000"/>
        </a:buClr>
        <a:buFont typeface="Arial"/>
        <a:buNone/>
        <a:defRPr sz="1400" b="0" i="0" u="none" cap="none" spc="0">
          <a:solidFill>
            <a:srgbClr val="000000"/>
          </a:solidFill>
          <a:latin typeface="Arial"/>
          <a:ea typeface="Arial"/>
          <a:cs typeface="Arial"/>
        </a:defRPr>
      </a:lvl4pPr>
      <a:lvl5pPr xmlns:a="http://schemas.openxmlformats.org/drawingml/2006/main" marR="0" algn="l">
        <a:lnSpc>
          <a:spcPct val="100000"/>
        </a:lnSpc>
        <a:spcBef>
          <a:spcPts val="0"/>
        </a:spcBef>
        <a:spcAft>
          <a:spcPts val="0"/>
        </a:spcAft>
        <a:buClr>
          <a:srgbClr val="000000"/>
        </a:buClr>
        <a:buFont typeface="Arial"/>
        <a:buNone/>
        <a:defRPr sz="1400" b="0" i="0" u="none" cap="none" spc="0">
          <a:solidFill>
            <a:srgbClr val="000000"/>
          </a:solidFill>
          <a:latin typeface="Arial"/>
          <a:ea typeface="Arial"/>
          <a:cs typeface="Arial"/>
        </a:defRPr>
      </a:lvl5pPr>
      <a:lvl6pPr xmlns:a="http://schemas.openxmlformats.org/drawingml/2006/main" marR="0" algn="l">
        <a:lnSpc>
          <a:spcPct val="100000"/>
        </a:lnSpc>
        <a:spcBef>
          <a:spcPts val="0"/>
        </a:spcBef>
        <a:spcAft>
          <a:spcPts val="0"/>
        </a:spcAft>
        <a:buClr>
          <a:srgbClr val="000000"/>
        </a:buClr>
        <a:buFont typeface="Arial"/>
        <a:buNone/>
        <a:defRPr sz="1400" b="0" i="0" u="none" cap="none" spc="0">
          <a:solidFill>
            <a:srgbClr val="000000"/>
          </a:solidFill>
          <a:latin typeface="Arial"/>
          <a:ea typeface="Arial"/>
          <a:cs typeface="Arial"/>
        </a:defRPr>
      </a:lvl6pPr>
      <a:lvl7pPr xmlns:a="http://schemas.openxmlformats.org/drawingml/2006/main" marR="0" algn="l">
        <a:lnSpc>
          <a:spcPct val="100000"/>
        </a:lnSpc>
        <a:spcBef>
          <a:spcPts val="0"/>
        </a:spcBef>
        <a:spcAft>
          <a:spcPts val="0"/>
        </a:spcAft>
        <a:buClr>
          <a:srgbClr val="000000"/>
        </a:buClr>
        <a:buFont typeface="Arial"/>
        <a:buNone/>
        <a:defRPr sz="1400" b="0" i="0" u="none" cap="none" spc="0">
          <a:solidFill>
            <a:srgbClr val="000000"/>
          </a:solidFill>
          <a:latin typeface="Arial"/>
          <a:ea typeface="Arial"/>
          <a:cs typeface="Arial"/>
        </a:defRPr>
      </a:lvl7pPr>
      <a:lvl8pPr xmlns:a="http://schemas.openxmlformats.org/drawingml/2006/main" marR="0" algn="l">
        <a:lnSpc>
          <a:spcPct val="100000"/>
        </a:lnSpc>
        <a:spcBef>
          <a:spcPts val="0"/>
        </a:spcBef>
        <a:spcAft>
          <a:spcPts val="0"/>
        </a:spcAft>
        <a:buClr>
          <a:srgbClr val="000000"/>
        </a:buClr>
        <a:buFont typeface="Arial"/>
        <a:buNone/>
        <a:defRPr sz="1400" b="0" i="0" u="none" cap="none" spc="0">
          <a:solidFill>
            <a:srgbClr val="000000"/>
          </a:solidFill>
          <a:latin typeface="Arial"/>
          <a:ea typeface="Arial"/>
          <a:cs typeface="Arial"/>
        </a:defRPr>
      </a:lvl8pPr>
      <a:lvl9pPr xmlns:a="http://schemas.openxmlformats.org/drawingml/2006/main" marR="0" algn="l">
        <a:lnSpc>
          <a:spcPct val="100000"/>
        </a:lnSpc>
        <a:spcBef>
          <a:spcPts val="0"/>
        </a:spcBef>
        <a:spcAft>
          <a:spcPts val="0"/>
        </a:spcAft>
        <a:buClr>
          <a:srgbClr val="000000"/>
        </a:buClr>
        <a:buFont typeface="Arial"/>
        <a:buNone/>
        <a:defRPr sz="1400" b="0" i="0" u="none" cap="none" spc="0">
          <a:solidFill>
            <a:srgbClr val="000000"/>
          </a:solidFill>
          <a:latin typeface="Arial"/>
          <a:ea typeface="Arial"/>
          <a:cs typeface="Arial"/>
        </a:defRPr>
      </a:lvl9pPr>
    </p:otherStyle>
  </p:txStyles>
</p:sldMaster>
</file>

<file path=ppt/slideMasters/theme/theme2.xml><?xml version="1.0" encoding="utf-8"?>
<a:theme xmlns:a="http://schemas.openxmlformats.org/drawingml/2006/main" name="Office Theme">
  <a:themeElements>
    <a:clrScheme name="Office">
      <a:dk1>
        <a:srgbClr val="000000"/>
      </a:dk1>
      <a:lt1>
        <a:srgbClr val="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a:solidFill>
            <a:schemeClr val="phClr">
              <a:shade val="95000"/>
              <a:satMod val="105000"/>
            </a:schemeClr>
          </a:solidFill>
          <a:prstDash val="solid"/>
        </a:ln>
        <a:ln w="25400">
          <a:solidFill>
            <a:schemeClr val="phClr"/>
          </a:solidFill>
          <a:prstDash val="solid"/>
        </a:ln>
        <a:ln w="38100">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slides/_rels/slide1.xml.rels>&#65279;<?xml version="1.0" encoding="utf-8"?><Relationships xmlns="http://schemas.openxmlformats.org/package/2006/relationships"><Relationship Type="http://schemas.openxmlformats.org/officeDocument/2006/relationships/slideLayout" Target="/ppt/slideLayouts/slideLayout1.xml" Id="R3ec583c0c7024ea7" /><Relationship Type="http://schemas.openxmlformats.org/officeDocument/2006/relationships/image" Target="/ppt/media/image.png" Id="R49cf330e785e4af2" /><Relationship Type="http://schemas.openxmlformats.org/officeDocument/2006/relationships/notesSlide" Target="/ppt/notesSlides/notesSlide1.xml" Id="R89efe78088ec4352" /></Relationships>
</file>

<file path=ppt/slides/_rels/slide2.xml.rels>&#65279;<?xml version="1.0" encoding="utf-8"?><Relationships xmlns="http://schemas.openxmlformats.org/package/2006/relationships"><Relationship Type="http://schemas.openxmlformats.org/officeDocument/2006/relationships/slideLayout" Target="/ppt/slideLayouts/slideLayout2.xml" Id="Rb5a4893409b64124" /><Relationship Type="http://schemas.openxmlformats.org/officeDocument/2006/relationships/image" Target="/ppt/media/image2.png" Id="R83fd3bf23c844d07" /><Relationship Type="http://schemas.openxmlformats.org/officeDocument/2006/relationships/notesSlide" Target="/ppt/notesSlides/notesSlide2.xml" Id="R0062a42ce8e54215" /></Relationships>
</file>

<file path=ppt/slides/_rels/slide3.xml.rels>&#65279;<?xml version="1.0" encoding="utf-8"?><Relationships xmlns="http://schemas.openxmlformats.org/package/2006/relationships"><Relationship Type="http://schemas.openxmlformats.org/officeDocument/2006/relationships/slideLayout" Target="/ppt/slideLayouts/slideLayout12.xml" Id="Rb07718028dbf4477" /><Relationship Type="http://schemas.openxmlformats.org/officeDocument/2006/relationships/image" Target="/ppt/media/image3.png" Id="R8d10dcd75ebc420e" /><Relationship Type="http://schemas.openxmlformats.org/officeDocument/2006/relationships/image" Target="/ppt/media/image4.png" Id="Rf4cf85dc5c4f4d12" /><Relationship Type="http://schemas.openxmlformats.org/officeDocument/2006/relationships/image" Target="/ppt/media/image.svg" Id="Rfe7284b68a914ad7" /><Relationship Type="http://schemas.openxmlformats.org/officeDocument/2006/relationships/image" Target="/ppt/media/image5.png" Id="R2390ae575b8e4d97" /><Relationship Type="http://schemas.openxmlformats.org/officeDocument/2006/relationships/image" Target="/ppt/media/image2.svg" Id="R1a69b4fb75b84e21" /><Relationship Type="http://schemas.openxmlformats.org/officeDocument/2006/relationships/image" Target="/ppt/media/image6.png" Id="R9931580390944346" /><Relationship Type="http://schemas.openxmlformats.org/officeDocument/2006/relationships/image" Target="/ppt/media/image3.svg" Id="R71163184f7954078" /><Relationship Type="http://schemas.openxmlformats.org/officeDocument/2006/relationships/notesSlide" Target="/ppt/notesSlides/notesSlide3.xml" Id="Ra7248d8853ce4ad6" /></Relationships>
</file>

<file path=ppt/slides/_rels/slide4.xml.rels>&#65279;<?xml version="1.0" encoding="utf-8"?><Relationships xmlns="http://schemas.openxmlformats.org/package/2006/relationships"><Relationship Type="http://schemas.openxmlformats.org/officeDocument/2006/relationships/slideLayout" Target="/ppt/slideLayouts/slideLayout12.xml" Id="R37516e95ef764a78" /><Relationship Type="http://schemas.openxmlformats.org/officeDocument/2006/relationships/image" Target="/ppt/media/image7.png" Id="Rac36c02dd91441de" /><Relationship Type="http://schemas.openxmlformats.org/officeDocument/2006/relationships/image" Target="/ppt/media/image4.svg" Id="R7071e316c8474011" /><Relationship Type="http://schemas.openxmlformats.org/officeDocument/2006/relationships/image" Target="/ppt/media/image8.png" Id="Rbf10f6bf9c9c4a56" /><Relationship Type="http://schemas.openxmlformats.org/officeDocument/2006/relationships/image" Target="/ppt/media/image5.svg" Id="R4c5fd6a4501f44be" /><Relationship Type="http://schemas.openxmlformats.org/officeDocument/2006/relationships/image" Target="/ppt/media/image9.png" Id="Rf9d1264975f2450e" /><Relationship Type="http://schemas.openxmlformats.org/officeDocument/2006/relationships/image" Target="/ppt/media/image6.svg" Id="R35f58b8eb4a34645" /><Relationship Type="http://schemas.openxmlformats.org/officeDocument/2006/relationships/image" Target="/ppt/media/image10.png" Id="Ra62be1ca4a234b11" /><Relationship Type="http://schemas.openxmlformats.org/officeDocument/2006/relationships/image" Target="/ppt/media/image7.svg" Id="Re923bbcb0e294d88" /><Relationship Type="http://schemas.openxmlformats.org/officeDocument/2006/relationships/image" Target="/ppt/media/image11.png" Id="Ra56e30720b674b3b" /><Relationship Type="http://schemas.openxmlformats.org/officeDocument/2006/relationships/image" Target="/ppt/media/image8.svg" Id="R3a61a3d98691440a" /><Relationship Type="http://schemas.openxmlformats.org/officeDocument/2006/relationships/notesSlide" Target="/ppt/notesSlides/notesSlide4.xml" Id="R951ce11d0c804a75" /></Relationships>
</file>

<file path=ppt/slides/_rels/slide5.xml.rels>&#65279;<?xml version="1.0" encoding="utf-8"?><Relationships xmlns="http://schemas.openxmlformats.org/package/2006/relationships"><Relationship Type="http://schemas.openxmlformats.org/officeDocument/2006/relationships/slideLayout" Target="/ppt/slideLayouts/slideLayout12.xml" Id="R03a25a54a08b4409" /><Relationship Type="http://schemas.openxmlformats.org/officeDocument/2006/relationships/image" Target="/ppt/media/image12.png" Id="Rcb92790b7c664ad7" /><Relationship Type="http://schemas.openxmlformats.org/officeDocument/2006/relationships/image" Target="/ppt/media/image13.png" Id="Rf314cd6d7748444f" /><Relationship Type="http://schemas.openxmlformats.org/officeDocument/2006/relationships/image" Target="/ppt/media/image9.svg" Id="R9e4975b69bdd465f" /><Relationship Type="http://schemas.openxmlformats.org/officeDocument/2006/relationships/image" Target="/ppt/media/image14.png" Id="R5db9e13722954804" /><Relationship Type="http://schemas.openxmlformats.org/officeDocument/2006/relationships/image" Target="/ppt/media/image10.svg" Id="R021be1c84bc54e22" /><Relationship Type="http://schemas.openxmlformats.org/officeDocument/2006/relationships/image" Target="/ppt/media/image15.png" Id="R82011f1f63aa47b7" /><Relationship Type="http://schemas.openxmlformats.org/officeDocument/2006/relationships/image" Target="/ppt/media/image11.svg" Id="R9327c72cfd9741e3" /><Relationship Type="http://schemas.openxmlformats.org/officeDocument/2006/relationships/notesSlide" Target="/ppt/notesSlides/notesSlide5.xml" Id="R29e37874622d405a" /></Relationships>
</file>

<file path=ppt/slides/_rels/slide6.xml.rels>&#65279;<?xml version="1.0" encoding="utf-8"?><Relationships xmlns="http://schemas.openxmlformats.org/package/2006/relationships"><Relationship Type="http://schemas.openxmlformats.org/officeDocument/2006/relationships/slideLayout" Target="/ppt/slideLayouts/slideLayout12.xml" Id="Rbaea1ed9001e4b1b" /><Relationship Type="http://schemas.openxmlformats.org/officeDocument/2006/relationships/image" Target="/ppt/media/image16.png" Id="R5d860333fa794993" /><Relationship Type="http://schemas.openxmlformats.org/officeDocument/2006/relationships/notesSlide" Target="/ppt/notesSlides/notesSlide6.xml" Id="Rb800e07342cc4657" /></Relationships>
</file>

<file path=ppt/slides/_rels/slide7.xml.rels>&#65279;<?xml version="1.0" encoding="utf-8"?><Relationships xmlns="http://schemas.openxmlformats.org/package/2006/relationships"><Relationship Type="http://schemas.openxmlformats.org/officeDocument/2006/relationships/slideLayout" Target="/ppt/slideLayouts/slideLayout12.xml" Id="R3945215989734e30" /><Relationship Type="http://schemas.openxmlformats.org/officeDocument/2006/relationships/image" Target="/ppt/media/image17.png" Id="Re2a878fc37fb4d5a" /><Relationship Type="http://schemas.openxmlformats.org/officeDocument/2006/relationships/notesSlide" Target="/ppt/notesSlides/notesSlide7.xml" Id="Rbb2bc3fd034c4e77" /></Relationships>
</file>

<file path=ppt/slides/_rels/slide8.xml.rels>&#65279;<?xml version="1.0" encoding="utf-8"?><Relationships xmlns="http://schemas.openxmlformats.org/package/2006/relationships"><Relationship Type="http://schemas.openxmlformats.org/officeDocument/2006/relationships/slideLayout" Target="/ppt/slideLayouts/slideLayout12.xml" Id="Rcc98ff590bf74d50" /><Relationship Type="http://schemas.openxmlformats.org/officeDocument/2006/relationships/image" Target="/ppt/media/image2.png" Id="Rf432be03fd454736" /><Relationship Type="http://schemas.openxmlformats.org/officeDocument/2006/relationships/image" Target="/ppt/media/image18.png" Id="Rae6007ff40864642" /><Relationship Type="http://schemas.openxmlformats.org/officeDocument/2006/relationships/image" Target="/ppt/media/image19.png" Id="Rfec5ed8007514ad4" /><Relationship Type="http://schemas.openxmlformats.org/officeDocument/2006/relationships/notesSlide" Target="/ppt/notesSlides/notesSlide8.xml" Id="Rd1566b47992d4e69" /></Relationships>
</file>

<file path=ppt/slides/_rels/slide9.xml.rels>&#65279;<?xml version="1.0" encoding="utf-8"?><Relationships xmlns="http://schemas.openxmlformats.org/package/2006/relationships"><Relationship Type="http://schemas.openxmlformats.org/officeDocument/2006/relationships/slideLayout" Target="/ppt/slideLayouts/slideLayout12.xml" Id="Ra69fd2504ae64ed5" /><Relationship Type="http://schemas.openxmlformats.org/officeDocument/2006/relationships/image" Target="/ppt/media/image2.png" Id="Rc432a4a5d5854c95" /><Relationship Type="http://schemas.openxmlformats.org/officeDocument/2006/relationships/notesSlide" Target="/ppt/notesSlides/notesSlide9.xml" Id="R1febad38eb264d25" /></Relationships>
</file>

<file path=ppt/slides/_rels/slide10.xml.rels>&#65279;<?xml version="1.0" encoding="utf-8"?><Relationships xmlns="http://schemas.openxmlformats.org/package/2006/relationships"><Relationship Type="http://schemas.openxmlformats.org/officeDocument/2006/relationships/slideLayout" Target="/ppt/slideLayouts/slideLayout12.xml" Id="R8e49c061770e4b8f" /><Relationship Type="http://schemas.openxmlformats.org/officeDocument/2006/relationships/image" Target="/ppt/media/image20.png" Id="Re5b406312c5b4509" /><Relationship Type="http://schemas.openxmlformats.org/officeDocument/2006/relationships/notesSlide" Target="/ppt/notesSlides/notesSlide10.xml" Id="R4646e5f2c0f6490f" /></Relationships>
</file>

<file path=ppt/slides/_rels/slide11.xml.rels>&#65279;<?xml version="1.0" encoding="utf-8"?><Relationships xmlns="http://schemas.openxmlformats.org/package/2006/relationships"><Relationship Type="http://schemas.openxmlformats.org/officeDocument/2006/relationships/slideLayout" Target="/ppt/slideLayouts/slideLayout12.xml" Id="R362a421efd5b4fbb" /><Relationship Type="http://schemas.openxmlformats.org/officeDocument/2006/relationships/image" Target="/ppt/media/image21.png" Id="R0ca82f08fdb04dd1" /><Relationship Type="http://schemas.openxmlformats.org/officeDocument/2006/relationships/notesSlide" Target="/ppt/notesSlides/notesSlide11.xml" Id="R0671885c847b4618" /></Relationships>
</file>

<file path=ppt/slides/_rels/slide12.xml.rels>&#65279;<?xml version="1.0" encoding="utf-8"?><Relationships xmlns="http://schemas.openxmlformats.org/package/2006/relationships"><Relationship Type="http://schemas.openxmlformats.org/officeDocument/2006/relationships/slideLayout" Target="/ppt/slideLayouts/slideLayout12.xml" Id="R558fbe24ecf4479c" /><Relationship Type="http://schemas.openxmlformats.org/officeDocument/2006/relationships/image" Target="/ppt/media/image22.png" Id="R19c7828f23b64e2e" /><Relationship Type="http://schemas.openxmlformats.org/officeDocument/2006/relationships/image" Target="/ppt/media/image23.png" Id="R65d0be3fe5204658" /><Relationship Type="http://schemas.openxmlformats.org/officeDocument/2006/relationships/notesSlide" Target="/ppt/notesSlides/notesSlide12.xml" Id="R70df19ad9b2042b4" /></Relationships>
</file>

<file path=ppt/slides/_rels/slide13.xml.rels>&#65279;<?xml version="1.0" encoding="utf-8"?><Relationships xmlns="http://schemas.openxmlformats.org/package/2006/relationships"><Relationship Type="http://schemas.openxmlformats.org/officeDocument/2006/relationships/slideLayout" Target="/ppt/slideLayouts/slideLayout12.xml" Id="R5d4fd37ae2d74b7b" /><Relationship Type="http://schemas.openxmlformats.org/officeDocument/2006/relationships/image" Target="/ppt/media/image24.png" Id="R446c6a2887ef41b4" /><Relationship Type="http://schemas.openxmlformats.org/officeDocument/2006/relationships/notesSlide" Target="/ppt/notesSlides/notesSlide13.xml" Id="R3d47e9e924534c55" /></Relationships>
</file>

<file path=ppt/slides/_rels/slide14.xml.rels>&#65279;<?xml version="1.0" encoding="utf-8"?><Relationships xmlns="http://schemas.openxmlformats.org/package/2006/relationships"><Relationship Type="http://schemas.openxmlformats.org/officeDocument/2006/relationships/slideLayout" Target="/ppt/slideLayouts/slideLayout12.xml" Id="Rcff57b2b4ac7488d" /><Relationship Type="http://schemas.openxmlformats.org/officeDocument/2006/relationships/notesSlide" Target="/ppt/notesSlides/notesSlide14.xml" Id="R83ad676b7ba54cdf" /></Relationships>
</file>

<file path=ppt/slides/_rels/slide15.xml.rels>&#65279;<?xml version="1.0" encoding="utf-8"?><Relationships xmlns="http://schemas.openxmlformats.org/package/2006/relationships"><Relationship Type="http://schemas.openxmlformats.org/officeDocument/2006/relationships/slideLayout" Target="/ppt/slideLayouts/slideLayout12.xml" Id="R76251119340a45b4" /><Relationship Type="http://schemas.openxmlformats.org/officeDocument/2006/relationships/notesSlide" Target="/ppt/notesSlides/notesSlide15.xml" Id="R63531a7f52624837" /></Relationships>
</file>

<file path=ppt/slides/_rels/slide16.xml.rels>&#65279;<?xml version="1.0" encoding="utf-8"?><Relationships xmlns="http://schemas.openxmlformats.org/package/2006/relationships"><Relationship Type="http://schemas.openxmlformats.org/officeDocument/2006/relationships/slideLayout" Target="/ppt/slideLayouts/slideLayout12.xml" Id="R6315324a98754e8b" /><Relationship Type="http://schemas.openxmlformats.org/officeDocument/2006/relationships/notesSlide" Target="/ppt/notesSlides/notesSlide16.xml" Id="Reb43cd686ac9407d" /></Relationships>
</file>

<file path=ppt/slides/_rels/slide17.xml.rels>&#65279;<?xml version="1.0" encoding="utf-8"?><Relationships xmlns="http://schemas.openxmlformats.org/package/2006/relationships"><Relationship Type="http://schemas.openxmlformats.org/officeDocument/2006/relationships/slideLayout" Target="/ppt/slideLayouts/slideLayout12.xml" Id="R0b57858faf2340ee" /><Relationship Type="http://schemas.openxmlformats.org/officeDocument/2006/relationships/notesSlide" Target="/ppt/notesSlides/notesSlide17.xml" Id="Rfdbd9f8a74d94380" /></Relationships>
</file>

<file path=ppt/slides/_rels/slide18.xml.rels>&#65279;<?xml version="1.0" encoding="utf-8"?><Relationships xmlns="http://schemas.openxmlformats.org/package/2006/relationships"><Relationship Type="http://schemas.openxmlformats.org/officeDocument/2006/relationships/slideLayout" Target="/ppt/slideLayouts/slideLayout12.xml" Id="R9f7bdc94545042db" /><Relationship Type="http://schemas.openxmlformats.org/officeDocument/2006/relationships/notesSlide" Target="/ppt/notesSlides/notesSlide18.xml" Id="Rf5ac1f88a8934c27" /></Relationships>
</file>

<file path=ppt/slides/slide1.xml><?xml version="1.0" encoding="utf-8"?>
<p:sld xmlns:p="http://schemas.openxmlformats.org/presentationml/2006/main">
  <p:cSld>
    <p:bg>
      <p:bgPr>
        <a:blipFill xmlns:a="http://schemas.openxmlformats.org/drawingml/2006/main">
          <a:blip xmlns:r="http://schemas.openxmlformats.org/officeDocument/2006/relationships" r:embed="R49cf330e785e4af2">
            <a:alphaModFix/>
          </a:blip>
          <a:stretch>
            <a:fillRect l="0" t="0" r="0" b="0"/>
          </a:stretch>
        </a:blipFill>
      </p:bgPr>
    </p:bg>
    <p:spTree>
      <p:nvGrpSpPr>
        <p:cNvPr id="1" name=""/>
        <p:cNvGrpSpPr/>
        <p:nvPr/>
      </p:nvGrpSpPr>
      <p:grpSpPr>
        <a:xfrm xmlns:a="http://schemas.openxmlformats.org/drawingml/2006/main"/>
      </p:grpSpPr>
      <p:sp>
        <p:nvSpPr>
          <p:cNvPr id="86" name="Google Shape;86;p14">
            <a:extLst xmlns:a="http://schemas.openxmlformats.org/drawingml/2006/main">
              <a:ext uri="{FF2B5EF4-FFF2-40B4-BE49-F238E27FC236}">
                <a16:creationId xmlns:a16="http://schemas.microsoft.com/office/drawing/2014/main" id="{F3D79C65-6CE5-4589-BA10-13D835534031}"/>
              </a:ext>
            </a:extLst>
          </p:cNvPr>
          <p:cNvSpPr>
            <a:spLocks xmlns:a="http://schemas.openxmlformats.org/drawingml/2006/main" noGrp="1"/>
          </p:cNvSpPr>
          <p:nvPr/>
        </p:nvSpPr>
        <p:spPr>
          <a:xfrm xmlns:a="http://schemas.openxmlformats.org/drawingml/2006/main" rot="0" flipH="0" flipV="0">
            <a:off x="-1143000" y="-1333500"/>
            <a:ext cx="4191000" cy="4191000"/>
          </a:xfrm>
          <a:prstGeom xmlns:a="http://schemas.openxmlformats.org/drawingml/2006/main" prst="ellipse">
            <a:avLst/>
          </a:prstGeom>
          <a:solidFill xmlns:a="http://schemas.openxmlformats.org/drawingml/2006/main">
            <a:srgbClr val="1E293B">
              <a:alpha val="50000"/>
            </a:srgbClr>
          </a:solidFill>
          <a:ln xmlns:a="http://schemas.openxmlformats.org/drawingml/2006/main">
            <a:noFill/>
          </a:ln>
        </p:spPr>
        <p:txBody>
          <a:bodyPr xmlns:a="http://schemas.openxmlformats.org/drawingml/2006/main" spcFirstLastPara="1" wrap="square" lIns="0" tIns="0" rIns="0" bIns="0" anchor="ctr">
            <a:noAutofit/>
          </a:bodyPr>
          <a:lstStyle xmlns:a="http://schemas.openxmlformats.org/drawingml/2006/main"/>
          <a:p xmlns:a="http://schemas.openxmlformats.org/drawingml/2006/main">
            <a:pPr marL="0" lvl="0" indent="0" algn="l">
              <a:spcBef>
                <a:spcPts val="0"/>
              </a:spcBef>
              <a:spcAft>
                <a:spcPts val="0"/>
              </a:spcAft>
              <a:buNone/>
            </a:pPr>
            <a:endParaRPr/>
          </a:p>
        </p:txBody>
      </p:sp>
      <p:sp>
        <p:nvSpPr>
          <p:cNvPr id="87" name="Google Shape;87;p14">
            <a:extLst xmlns:a="http://schemas.openxmlformats.org/drawingml/2006/main">
              <a:ext uri="{FF2B5EF4-FFF2-40B4-BE49-F238E27FC236}">
                <a16:creationId xmlns:a16="http://schemas.microsoft.com/office/drawing/2014/main" id="{FE4FD641-F2E2-43BD-AB71-14D4857A0820}"/>
              </a:ext>
            </a:extLst>
          </p:cNvPr>
          <p:cNvSpPr>
            <a:spLocks xmlns:a="http://schemas.openxmlformats.org/drawingml/2006/main" noGrp="1"/>
          </p:cNvSpPr>
          <p:nvPr/>
        </p:nvSpPr>
        <p:spPr>
          <a:xfrm xmlns:a="http://schemas.openxmlformats.org/drawingml/2006/main" rot="0" flipH="0" flipV="0">
            <a:off x="6667500" y="2667000"/>
            <a:ext cx="3429000" cy="3429000"/>
          </a:xfrm>
          <a:prstGeom xmlns:a="http://schemas.openxmlformats.org/drawingml/2006/main" prst="ellipse">
            <a:avLst/>
          </a:prstGeom>
          <a:solidFill xmlns:a="http://schemas.openxmlformats.org/drawingml/2006/main">
            <a:srgbClr val="1E293B">
              <a:alpha val="30000"/>
            </a:srgbClr>
          </a:solidFill>
          <a:ln xmlns:a="http://schemas.openxmlformats.org/drawingml/2006/main">
            <a:noFill/>
          </a:ln>
        </p:spPr>
        <p:txBody>
          <a:bodyPr xmlns:a="http://schemas.openxmlformats.org/drawingml/2006/main" spcFirstLastPara="1" wrap="square" lIns="0" tIns="0" rIns="0" bIns="0" anchor="ctr">
            <a:noAutofit/>
          </a:bodyPr>
          <a:lstStyle xmlns:a="http://schemas.openxmlformats.org/drawingml/2006/main"/>
          <a:p xmlns:a="http://schemas.openxmlformats.org/drawingml/2006/main">
            <a:pPr marL="0" lvl="0" indent="0" algn="l">
              <a:spcBef>
                <a:spcPts val="0"/>
              </a:spcBef>
              <a:spcAft>
                <a:spcPts val="0"/>
              </a:spcAft>
              <a:buNone/>
            </a:pPr>
            <a:endParaRPr/>
          </a:p>
        </p:txBody>
      </p:sp>
      <p:sp>
        <p:nvSpPr>
          <p:cNvPr id="88" name="Google Shape;88;p14">
            <a:extLst xmlns:a="http://schemas.openxmlformats.org/drawingml/2006/main">
              <a:ext uri="{FF2B5EF4-FFF2-40B4-BE49-F238E27FC236}">
                <a16:creationId xmlns:a16="http://schemas.microsoft.com/office/drawing/2014/main" id="{70E41DDC-042F-4A3C-A4DE-8C5127084811}"/>
              </a:ext>
            </a:extLst>
          </p:cNvPr>
          <p:cNvSpPr>
            <a:spLocks xmlns:a="http://schemas.openxmlformats.org/drawingml/2006/main" noGrp="1"/>
          </p:cNvSpPr>
          <p:nvPr/>
        </p:nvSpPr>
        <p:spPr>
          <a:xfrm xmlns:a="http://schemas.openxmlformats.org/drawingml/2006/main" rot="0" flipH="0" flipV="0">
            <a:off x="571500" y="476250"/>
            <a:ext cx="8001000" cy="4191000"/>
          </a:xfrm>
          <a:prstGeom xmlns:a="http://schemas.openxmlformats.org/drawingml/2006/main" prst="roundRect">
            <a:avLst>
              <a:gd name="adj" fmla="val 4545"/>
            </a:avLst>
          </a:prstGeom>
          <a:solidFill xmlns:a="http://schemas.openxmlformats.org/drawingml/2006/main">
            <a:srgbClr val="000000">
              <a:alpha val="0"/>
            </a:srgbClr>
          </a:solidFill>
          <a:ln xmlns:a="http://schemas.openxmlformats.org/drawingml/2006/main" w="14300" cmpd="sng">
            <a:solidFill>
              <a:srgbClr val="334155"/>
            </a:solidFill>
            <a:prstDash val="solid"/>
            <a:headEnd type="none" w="sm" len="sm"/>
            <a:tailEnd type="none" w="sm" len="sm"/>
          </a:ln>
        </p:spPr>
        <p:txBody>
          <a:bodyPr xmlns:a="http://schemas.openxmlformats.org/drawingml/2006/main" spcFirstLastPara="1" wrap="square" lIns="0" tIns="0" rIns="0" bIns="0" anchor="ctr">
            <a:noAutofit/>
          </a:bodyPr>
          <a:lstStyle xmlns:a="http://schemas.openxmlformats.org/drawingml/2006/main"/>
          <a:p xmlns:a="http://schemas.openxmlformats.org/drawingml/2006/main">
            <a:pPr marL="0" lvl="0" indent="0" algn="l">
              <a:spcBef>
                <a:spcPts val="0"/>
              </a:spcBef>
              <a:spcAft>
                <a:spcPts val="0"/>
              </a:spcAft>
              <a:buNone/>
            </a:pPr>
            <a:endParaRPr/>
          </a:p>
        </p:txBody>
      </p:sp>
      <p:sp>
        <p:nvSpPr>
          <p:cNvPr id="90" name="Google Shape;90;p14">
            <a:extLst xmlns:a="http://schemas.openxmlformats.org/drawingml/2006/main">
              <a:ext uri="{FF2B5EF4-FFF2-40B4-BE49-F238E27FC236}">
                <a16:creationId xmlns:a16="http://schemas.microsoft.com/office/drawing/2014/main" id="{A0C6DD9C-55F5-4CBA-903F-B48BCC988600}"/>
              </a:ext>
            </a:extLst>
          </p:cNvPr>
          <p:cNvSpPr>
            <a:spLocks xmlns:a="http://schemas.openxmlformats.org/drawingml/2006/main" noGrp="1"/>
          </p:cNvSpPr>
          <p:nvPr/>
        </p:nvSpPr>
        <p:spPr>
          <a:xfrm xmlns:a="http://schemas.openxmlformats.org/drawingml/2006/main" rot="0" flipH="0" flipV="0">
            <a:off x="952500" y="1047750"/>
            <a:ext cx="7239000" cy="571500"/>
          </a:xfrm>
          <a:prstGeom xmlns:a="http://schemas.openxmlformats.org/drawingml/2006/main" prst="roundRect">
            <a:avLst>
              <a:gd name="adj" fmla="val 50000"/>
            </a:avLst>
          </a:prstGeom>
          <a:solidFill xmlns:a="http://schemas.openxmlformats.org/drawingml/2006/main">
            <a:srgbClr val="1E293B"/>
          </a:solidFill>
          <a:ln xmlns:a="http://schemas.openxmlformats.org/drawingml/2006/main" w="14300" cmpd="sng">
            <a:solidFill>
              <a:srgbClr val="38BDF8"/>
            </a:solidFill>
            <a:prstDash val="solid"/>
            <a:headEnd type="none" w="sm" len="sm"/>
            <a:tailEnd type="none" w="sm" len="sm"/>
          </a:ln>
        </p:spPr>
        <p:txBody>
          <a:bodyPr xmlns:a="http://schemas.openxmlformats.org/drawingml/2006/main" spcFirstLastPara="1" wrap="square" lIns="0" tIns="0" rIns="0" bIns="0" anchor="ctr">
            <a:noAutofit/>
          </a:bodyPr>
          <a:lstStyle xmlns:a="http://schemas.openxmlformats.org/drawingml/2006/main"/>
          <a:p xmlns:a="http://schemas.openxmlformats.org/drawingml/2006/main">
            <a:pPr marL="0" lvl="0" indent="0" algn="l">
              <a:spcBef>
                <a:spcPts val="0"/>
              </a:spcBef>
              <a:spcAft>
                <a:spcPts val="0"/>
              </a:spcAft>
              <a:buNone/>
            </a:pPr>
            <a:endParaRPr/>
          </a:p>
        </p:txBody>
      </p:sp>
      <p:sp>
        <p:nvSpPr>
          <p:cNvPr id="91" name="Google Shape;91;p14">
            <a:extLst xmlns:a="http://schemas.openxmlformats.org/drawingml/2006/main">
              <a:ext uri="{FF2B5EF4-FFF2-40B4-BE49-F238E27FC236}">
                <a16:creationId xmlns:a16="http://schemas.microsoft.com/office/drawing/2014/main" id="{771F2048-A8EA-4113-973C-2794FBF31B8E}"/>
              </a:ext>
            </a:extLst>
          </p:cNvPr>
          <p:cNvSpPr>
            <a:spLocks xmlns:a="http://schemas.openxmlformats.org/drawingml/2006/main" noGrp="1"/>
          </p:cNvSpPr>
          <p:nvPr/>
        </p:nvSpPr>
        <p:spPr>
          <a:xfrm xmlns:a="http://schemas.openxmlformats.org/drawingml/2006/main" rot="0" flipH="0" flipV="0">
            <a:off x="952500" y="1047750"/>
            <a:ext cx="7239000" cy="571500"/>
          </a:xfrm>
          <a:prstGeom xmlns:a="http://schemas.openxmlformats.org/drawingml/2006/main" prst="rect">
            <a:avLst/>
          </a:prstGeom>
          <a:solidFill xmlns:a="http://schemas.openxmlformats.org/drawingml/2006/main">
            <a:srgbClr val="000000">
              <a:alpha val="0"/>
            </a:srgbClr>
          </a:solidFill>
          <a:ln xmlns:a="http://schemas.openxmlformats.org/drawingml/2006/main">
            <a:noFill/>
          </a:ln>
        </p:spPr>
        <p:txBody>
          <a:bodyPr xmlns:a="http://schemas.openxmlformats.org/drawingml/2006/main" spcFirstLastPara="1" wrap="square" lIns="0" tIns="0" rIns="0" bIns="0" anchor="ctr">
            <a:noAutofit/>
          </a:bodyPr>
          <a:lstStyle xmlns:a="http://schemas.openxmlformats.org/drawingml/2006/main"/>
          <a:p xmlns:a="http://schemas.openxmlformats.org/drawingml/2006/main">
            <a:pPr marL="0" lvl="0" indent="0" algn="ctr">
              <a:spcBef>
                <a:spcPts val="0"/>
              </a:spcBef>
              <a:spcAft>
                <a:spcPts val="0"/>
              </a:spcAft>
              <a:buNone/>
            </a:pPr>
            <a:r>
              <a:rPr sz="1300" b="1" i="0">
                <a:solidFill>
                  <a:srgbClr val="38BDF8"/>
                </a:solidFill>
                <a:latin typeface="Montserrat"/>
                <a:ea typeface="Montserrat"/>
                <a:cs typeface="Montserrat"/>
              </a:rPr>
              <a:t>TRƯỜNG ĐẠI HỌC</a:t>
            </a:r>
            <a:r>
              <a:rPr sz="1300" b="1">
                <a:solidFill>
                  <a:srgbClr val="38BDF8"/>
                </a:solidFill>
                <a:latin typeface="Montserrat"/>
                <a:ea typeface="Montserrat"/>
                <a:cs typeface="Montserrat"/>
              </a:rPr>
              <a:t> CÔNG NGHỆ THÔNG TIN</a:t>
            </a:r>
            <a:endParaRPr sz="1300" b="1">
              <a:solidFill>
                <a:srgbClr val="38BDF8"/>
              </a:solidFill>
              <a:latin typeface="Montserrat"/>
              <a:ea typeface="Montserrat"/>
              <a:cs typeface="Montserrat"/>
            </a:endParaRPr>
          </a:p>
          <a:p xmlns:a="http://schemas.openxmlformats.org/drawingml/2006/main">
            <a:pPr marL="0" lvl="0" indent="0" algn="ctr">
              <a:spcBef>
                <a:spcPts val="0"/>
              </a:spcBef>
              <a:spcAft>
                <a:spcPts val="0"/>
              </a:spcAft>
              <a:buNone/>
            </a:pPr>
            <a:r>
              <a:rPr sz="1300" b="1" i="0">
                <a:solidFill>
                  <a:srgbClr val="38BDF8"/>
                </a:solidFill>
                <a:latin typeface="Montserrat"/>
                <a:ea typeface="Montserrat"/>
                <a:cs typeface="Montserrat"/>
              </a:rPr>
              <a:t>MÔN LẬP TRÌNH PYTHON</a:t>
            </a:r>
            <a:endParaRPr sz="1300" b="1" i="0">
              <a:solidFill>
                <a:srgbClr val="38BDF8"/>
              </a:solidFill>
              <a:latin typeface="Montserrat"/>
              <a:ea typeface="Montserrat"/>
              <a:cs typeface="Montserrat"/>
            </a:endParaRPr>
          </a:p>
        </p:txBody>
      </p:sp>
      <p:sp>
        <p:nvSpPr>
          <p:cNvPr id="92" name="Google Shape;92;p14">
            <a:extLst xmlns:a="http://schemas.openxmlformats.org/drawingml/2006/main">
              <a:ext uri="{FF2B5EF4-FFF2-40B4-BE49-F238E27FC236}">
                <a16:creationId xmlns:a16="http://schemas.microsoft.com/office/drawing/2014/main" id="{1034F461-FC9B-495B-AB3E-BBCF5B4510F4}"/>
              </a:ext>
            </a:extLst>
          </p:cNvPr>
          <p:cNvSpPr>
            <a:spLocks xmlns:a="http://schemas.openxmlformats.org/drawingml/2006/main" noGrp="1"/>
          </p:cNvSpPr>
          <p:nvPr/>
        </p:nvSpPr>
        <p:spPr>
          <a:xfrm xmlns:a="http://schemas.openxmlformats.org/drawingml/2006/main">
            <a:off x="762000" y="2000250"/>
            <a:ext cx="7620000" cy="2190900"/>
          </a:xfrm>
          <a:prstGeom xmlns:a="http://schemas.openxmlformats.org/drawingml/2006/main" prst="rect">
            <a:avLst/>
          </a:prstGeom>
          <a:solidFill xmlns:a="http://schemas.openxmlformats.org/drawingml/2006/main">
            <a:srgbClr val="000000">
              <a:alpha val="0"/>
            </a:srgbClr>
          </a:solidFill>
          <a:ln xmlns:a="http://schemas.openxmlformats.org/drawingml/2006/main">
            <a:noFill/>
          </a:ln>
        </p:spPr>
        <p:txBody>
          <a:bodyPr xmlns:a="http://schemas.openxmlformats.org/drawingml/2006/main" spcFirstLastPara="1" wrap="square" lIns="0" tIns="0" rIns="0" bIns="0" anchor="ctr">
            <a:noAutofit/>
          </a:bodyPr>
          <a:lstStyle xmlns:a="http://schemas.openxmlformats.org/drawingml/2006/main"/>
          <a:p xmlns:a="http://schemas.openxmlformats.org/drawingml/2006/main">
            <a:pPr marL="0" lvl="0" indent="0" algn="ctr">
              <a:spcBef>
                <a:spcPts val="0"/>
              </a:spcBef>
              <a:spcAft>
                <a:spcPts val="0"/>
              </a:spcAft>
              <a:buNone/>
            </a:pPr>
            <a:r>
              <a:rPr sz="3800" b="0" i="0">
                <a:solidFill>
                  <a:srgbClr val="F8FAFC"/>
                </a:solidFill>
                <a:latin typeface="Montserrat ExtraBold"/>
                <a:ea typeface="Montserrat ExtraBold"/>
                <a:cs typeface="Montserrat ExtraBold"/>
              </a:rPr>
              <a:t>XÂY DỰNG HỆ THỐNG</a:t>
            </a:r>
            <a:endParaRPr sz="3800" b="0" i="0">
              <a:solidFill>
                <a:srgbClr val="F8FAFC"/>
              </a:solidFill>
              <a:latin typeface="Montserrat ExtraBold"/>
              <a:ea typeface="Montserrat ExtraBold"/>
              <a:cs typeface="Montserrat ExtraBold"/>
            </a:endParaRPr>
          </a:p>
          <a:p xmlns:a="http://schemas.openxmlformats.org/drawingml/2006/main">
            <a:pPr marL="0" lvl="0" indent="0" algn="ctr">
              <a:spcBef>
                <a:spcPts val="1200"/>
              </a:spcBef>
              <a:spcAft>
                <a:spcPts val="0"/>
              </a:spcAft>
              <a:buNone/>
            </a:pPr>
            <a:r>
              <a:rPr sz="3800" b="0" i="0">
                <a:solidFill>
                  <a:srgbClr val="38BDF8"/>
                </a:solidFill>
                <a:latin typeface="Montserrat ExtraBold"/>
                <a:ea typeface="Montserrat ExtraBold"/>
                <a:cs typeface="Montserrat ExtraBold"/>
              </a:rPr>
              <a:t>PHÂN LOẠI EMAIL RÁC</a:t>
            </a:r>
            <a:endParaRPr sz="3800" b="0" i="0">
              <a:solidFill>
                <a:srgbClr val="F8FAFC"/>
              </a:solidFill>
              <a:latin typeface="Montserrat ExtraBold"/>
              <a:ea typeface="Montserrat ExtraBold"/>
              <a:cs typeface="Montserrat ExtraBold"/>
            </a:endParaRPr>
          </a:p>
        </p:txBody>
      </p:sp>
      <p:sp>
        <p:nvSpPr>
          <p:cNvPr id="94" name="Google Shape;94;p14">
            <a:extLst xmlns:a="http://schemas.openxmlformats.org/drawingml/2006/main">
              <a:ext uri="{FF2B5EF4-FFF2-40B4-BE49-F238E27FC236}">
                <a16:creationId xmlns:a16="http://schemas.microsoft.com/office/drawing/2014/main" id="{B43C7959-ED24-4575-8119-B3ED9DC9E671}"/>
              </a:ext>
            </a:extLst>
          </p:cNvPr>
          <p:cNvSpPr>
            <a:spLocks xmlns:a="http://schemas.openxmlformats.org/drawingml/2006/main" noGrp="1"/>
          </p:cNvSpPr>
          <p:nvPr/>
        </p:nvSpPr>
        <p:spPr>
          <a:xfrm xmlns:a="http://schemas.openxmlformats.org/drawingml/2006/main" rot="0" flipH="0" flipV="0">
            <a:off x="952500" y="4143375"/>
            <a:ext cx="3810000" cy="333300"/>
          </a:xfrm>
          <a:prstGeom xmlns:a="http://schemas.openxmlformats.org/drawingml/2006/main" prst="rect">
            <a:avLst/>
          </a:prstGeom>
          <a:solidFill xmlns:a="http://schemas.openxmlformats.org/drawingml/2006/main">
            <a:srgbClr val="000000">
              <a:alpha val="0"/>
            </a:srgbClr>
          </a:solidFill>
          <a:ln xmlns:a="http://schemas.openxmlformats.org/drawingml/2006/main">
            <a:noFill/>
          </a:ln>
        </p:spPr>
        <p:txBody>
          <a:bodyPr xmlns:a="http://schemas.openxmlformats.org/drawingml/2006/main" spcFirstLastPara="1" wrap="square" lIns="0" tIns="0" rIns="0" bIns="0" anchor="ctr">
            <a:noAutofit/>
          </a:bodyPr>
          <a:lstStyle xmlns:a="http://schemas.openxmlformats.org/drawingml/2006/main"/>
          <a:p xmlns:a="http://schemas.openxmlformats.org/drawingml/2006/main">
            <a:pPr marL="0" lvl="0" indent="0" algn="l">
              <a:spcBef>
                <a:spcPts val="0"/>
              </a:spcBef>
              <a:spcAft>
                <a:spcPts val="0"/>
              </a:spcAft>
              <a:buNone/>
            </a:pPr>
            <a:endParaRPr/>
          </a:p>
        </p:txBody>
      </p:sp>
      <p:sp>
        <p:nvSpPr>
          <p:cNvPr id="95" name="Google Shape;95;p14">
            <a:extLst xmlns:a="http://schemas.openxmlformats.org/drawingml/2006/main">
              <a:ext uri="{FF2B5EF4-FFF2-40B4-BE49-F238E27FC236}">
                <a16:creationId xmlns:a16="http://schemas.microsoft.com/office/drawing/2014/main" id="{50B01888-8A3C-44D4-9383-7366F3EF9598}"/>
              </a:ext>
            </a:extLst>
          </p:cNvPr>
          <p:cNvSpPr>
            <a:spLocks xmlns:a="http://schemas.openxmlformats.org/drawingml/2006/main" noGrp="1"/>
          </p:cNvSpPr>
          <p:nvPr/>
        </p:nvSpPr>
        <p:spPr>
          <a:xfrm xmlns:a="http://schemas.openxmlformats.org/drawingml/2006/main" rot="0" flipH="0" flipV="0">
            <a:off x="952500" y="4143375"/>
            <a:ext cx="3810000" cy="3333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ctr">
            <a:noAutofit/>
          </a:bodyPr>
          <a:lstStyle xmlns:a="http://schemas.openxmlformats.org/drawingml/2006/main"/>
          <a:p xmlns:a="http://schemas.openxmlformats.org/drawingml/2006/main">
            <a:pPr marL="0" lvl="0" indent="0" algn="l">
              <a:spcBef>
                <a:spcPts val="0"/>
              </a:spcBef>
              <a:spcAft>
                <a:spcPts val="0"/>
              </a:spcAft>
              <a:buNone/>
            </a:pPr>
            <a:r>
              <a:rPr sz="1100" b="0">
                <a:solidFill>
                  <a:srgbClr val="94A3B8"/>
                </a:solidFill>
                <a:latin typeface="Montserrat Medium"/>
                <a:ea typeface="Montserrat Medium"/>
                <a:cs typeface="Montserrat Medium"/>
              </a:rPr>
              <a:t>Giảng viên hướng dẫn: </a:t>
            </a:r>
            <a:r>
              <a:rPr sz="1100" b="0">
                <a:solidFill>
                  <a:srgbClr val="F8FAFC"/>
                </a:solidFill>
                <a:latin typeface="Montserrat SemiBold"/>
                <a:ea typeface="Montserrat SemiBold"/>
                <a:cs typeface="Montserrat SemiBold"/>
              </a:rPr>
              <a:t>ThS. Nghi Hoàng Khoa</a:t>
            </a:r>
            <a:endParaRPr sz="1100" b="0">
              <a:solidFill>
                <a:srgbClr val="94A3B8"/>
              </a:solidFill>
              <a:latin typeface="Montserrat Medium"/>
              <a:ea typeface="Montserrat Medium"/>
              <a:cs typeface="Montserrat Medium"/>
            </a:endParaRPr>
          </a:p>
        </p:txBody>
      </p:sp>
    </p:spTree>
    <p:extLst>
      <p:ext uri="{BB962C8B-B14F-4D97-AF65-F5344CB8AC3E}">
        <p14:creationId xmlns:p14="http://schemas.microsoft.com/office/powerpoint/2010/main" val="1686647300"/>
      </p:ext>
    </p:extLst>
  </p:cSld>
</p:sld>
</file>

<file path=ppt/slides/slide2.xml><?xml version="1.0" encoding="utf-8"?>
<p:sld xmlns:p="http://schemas.openxmlformats.org/presentationml/2006/main">
  <p:cSld>
    <p:bg>
      <p:bgPr>
        <a:blipFill xmlns:a="http://schemas.openxmlformats.org/drawingml/2006/main">
          <a:blip xmlns:r="http://schemas.openxmlformats.org/officeDocument/2006/relationships" r:embed="R83fd3bf23c844d07">
            <a:alphaModFix/>
          </a:blip>
          <a:stretch>
            <a:fillRect l="0" t="0" r="0" b="0"/>
          </a:stretch>
        </a:blipFill>
      </p:bgPr>
    </p:bg>
    <p:spTree>
      <p:nvGrpSpPr>
        <p:cNvPr id="1" name=""/>
        <p:cNvGrpSpPr/>
        <p:nvPr/>
      </p:nvGrpSpPr>
      <p:grpSpPr>
        <a:xfrm xmlns:a="http://schemas.openxmlformats.org/drawingml/2006/main"/>
      </p:grpSpPr>
      <p:sp>
        <p:nvSpPr>
          <p:cNvPr id="100" name="Google Shape;100;p15">
            <a:extLst xmlns:a="http://schemas.openxmlformats.org/drawingml/2006/main">
              <a:ext uri="{FF2B5EF4-FFF2-40B4-BE49-F238E27FC236}">
                <a16:creationId xmlns:a16="http://schemas.microsoft.com/office/drawing/2014/main" id="{82833FE3-7607-43E2-BBE1-A316268CAE58}"/>
              </a:ext>
            </a:extLst>
          </p:cNvPr>
          <p:cNvSpPr>
            <a:spLocks xmlns:a="http://schemas.openxmlformats.org/drawingml/2006/main" noGrp="1"/>
          </p:cNvSpPr>
          <p:nvPr/>
        </p:nvSpPr>
        <p:spPr>
          <a:xfrm xmlns:a="http://schemas.openxmlformats.org/drawingml/2006/main">
            <a:off x="571500" y="428625"/>
            <a:ext cx="8001000" cy="7620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ctr">
            <a:noAutofit/>
          </a:bodyPr>
          <a:lstStyle xmlns:a="http://schemas.openxmlformats.org/drawingml/2006/main"/>
          <a:p xmlns:a="http://schemas.openxmlformats.org/drawingml/2006/main">
            <a:pPr marL="0" lvl="0" indent="0" algn="l">
              <a:spcBef>
                <a:spcPts val="0"/>
              </a:spcBef>
              <a:spcAft>
                <a:spcPts val="0"/>
              </a:spcAft>
              <a:buNone/>
            </a:pPr>
            <a:r>
              <a:rPr sz="2600" b="1">
                <a:solidFill>
                  <a:srgbClr val="0F172A"/>
                </a:solidFill>
                <a:latin typeface="Arial"/>
                <a:ea typeface="Arial"/>
                <a:cs typeface="Arial"/>
              </a:rPr>
              <a:t>Giới Thiệu Thành Viên</a:t>
            </a:r>
            <a:endParaRPr sz="2600" b="1">
              <a:solidFill>
                <a:srgbClr val="0F172A"/>
              </a:solidFill>
              <a:latin typeface="Arial"/>
              <a:ea typeface="Arial"/>
              <a:cs typeface="Arial"/>
            </a:endParaRPr>
          </a:p>
          <a:p xmlns:a="http://schemas.openxmlformats.org/drawingml/2006/main">
            <a:pPr marL="0" lvl="0" indent="0" algn="l">
              <a:spcBef>
                <a:spcPts val="600"/>
              </a:spcBef>
              <a:spcAft>
                <a:spcPts val="0"/>
              </a:spcAft>
              <a:buNone/>
            </a:pPr>
            <a:r>
              <a:rPr sz="1300" b="0">
                <a:solidFill>
                  <a:srgbClr val="64748B"/>
                </a:solidFill>
                <a:latin typeface="Arial"/>
                <a:ea typeface="Arial"/>
                <a:cs typeface="Arial"/>
              </a:rPr>
              <a:t>Danh sách thành viên nhóm thực hiện dự án</a:t>
            </a:r>
            <a:endParaRPr sz="1300" b="0">
              <a:solidFill>
                <a:srgbClr val="64748B"/>
              </a:solidFill>
              <a:latin typeface="Arial"/>
              <a:ea typeface="Arial"/>
              <a:cs typeface="Arial"/>
            </a:endParaRPr>
          </a:p>
        </p:txBody>
      </p:sp>
      <p:sp>
        <p:nvSpPr>
          <p:cNvPr id="103" name="Google Shape;103;p15">
            <a:extLst xmlns:a="http://schemas.openxmlformats.org/drawingml/2006/main">
              <a:ext uri="{FF2B5EF4-FFF2-40B4-BE49-F238E27FC236}">
                <a16:creationId xmlns:a16="http://schemas.microsoft.com/office/drawing/2014/main" id="{801B47E4-0D80-4B20-868D-D2D4EA11D789}"/>
              </a:ext>
            </a:extLst>
          </p:cNvPr>
          <p:cNvSpPr>
            <a:spLocks xmlns:a="http://schemas.openxmlformats.org/drawingml/2006/main" noGrp="1"/>
          </p:cNvSpPr>
          <p:nvPr/>
        </p:nvSpPr>
        <p:spPr>
          <a:xfrm xmlns:a="http://schemas.openxmlformats.org/drawingml/2006/main" rot="0" flipH="0" flipV="0">
            <a:off x="571500" y="1285875"/>
            <a:ext cx="8001000" cy="552600"/>
          </a:xfrm>
          <a:prstGeom xmlns:a="http://schemas.openxmlformats.org/drawingml/2006/main" prst="roundRect">
            <a:avLst>
              <a:gd name="adj" fmla="val 17241"/>
            </a:avLst>
          </a:prstGeom>
          <a:solidFill xmlns:a="http://schemas.openxmlformats.org/drawingml/2006/main">
            <a:srgbClr val="FFFFFF"/>
          </a:solidFill>
          <a:ln xmlns:a="http://schemas.openxmlformats.org/drawingml/2006/main" w="14300" cmpd="sng">
            <a:solidFill>
              <a:srgbClr val="E2E8F0"/>
            </a:solidFill>
            <a:prstDash val="solid"/>
            <a:headEnd type="none" w="sm" len="sm"/>
            <a:tailEnd type="none" w="sm" len="sm"/>
          </a:ln>
        </p:spPr>
        <p:txBody>
          <a:bodyPr xmlns:a="http://schemas.openxmlformats.org/drawingml/2006/main" spcFirstLastPara="1" wrap="square" lIns="0" tIns="0" rIns="0" bIns="0" anchor="ctr">
            <a:noAutofit/>
          </a:bodyPr>
          <a:lstStyle xmlns:a="http://schemas.openxmlformats.org/drawingml/2006/main"/>
          <a:p xmlns:a="http://schemas.openxmlformats.org/drawingml/2006/main">
            <a:pPr marL="0" lvl="0" indent="0" algn="l">
              <a:spcBef>
                <a:spcPts val="0"/>
              </a:spcBef>
              <a:spcAft>
                <a:spcPts val="0"/>
              </a:spcAft>
              <a:buNone/>
            </a:pPr>
            <a:endParaRPr/>
          </a:p>
        </p:txBody>
      </p:sp>
      <p:sp>
        <p:nvSpPr>
          <p:cNvPr id="104" name="Google Shape;104;p15">
            <a:extLst xmlns:a="http://schemas.openxmlformats.org/drawingml/2006/main">
              <a:ext uri="{FF2B5EF4-FFF2-40B4-BE49-F238E27FC236}">
                <a16:creationId xmlns:a16="http://schemas.microsoft.com/office/drawing/2014/main" id="{5CCA7AEF-4746-49E1-8C27-D33ABCFA19C8}"/>
              </a:ext>
            </a:extLst>
          </p:cNvPr>
          <p:cNvSpPr>
            <a:spLocks xmlns:a="http://schemas.openxmlformats.org/drawingml/2006/main" noGrp="1"/>
          </p:cNvSpPr>
          <p:nvPr/>
        </p:nvSpPr>
        <p:spPr>
          <a:xfrm xmlns:a="http://schemas.openxmlformats.org/drawingml/2006/main" rot="0" flipH="0" flipV="0">
            <a:off x="571500" y="1285875"/>
            <a:ext cx="57300" cy="552600"/>
          </a:xfrm>
          <a:prstGeom xmlns:a="http://schemas.openxmlformats.org/drawingml/2006/main" prst="roundRect">
            <a:avLst>
              <a:gd name="adj" fmla="val 50000"/>
            </a:avLst>
          </a:prstGeom>
          <a:solidFill xmlns:a="http://schemas.openxmlformats.org/drawingml/2006/main">
            <a:srgbClr val="2563EB"/>
          </a:solidFill>
          <a:ln xmlns:a="http://schemas.openxmlformats.org/drawingml/2006/main">
            <a:noFill/>
          </a:ln>
        </p:spPr>
        <p:txBody>
          <a:bodyPr xmlns:a="http://schemas.openxmlformats.org/drawingml/2006/main" spcFirstLastPara="1" wrap="square" lIns="0" tIns="0" rIns="0" bIns="0" anchor="ctr">
            <a:noAutofit/>
          </a:bodyPr>
          <a:lstStyle xmlns:a="http://schemas.openxmlformats.org/drawingml/2006/main"/>
          <a:p xmlns:a="http://schemas.openxmlformats.org/drawingml/2006/main">
            <a:pPr marL="0" lvl="0" indent="0" algn="l">
              <a:spcBef>
                <a:spcPts val="0"/>
              </a:spcBef>
              <a:spcAft>
                <a:spcPts val="0"/>
              </a:spcAft>
              <a:buNone/>
            </a:pPr>
            <a:endParaRPr/>
          </a:p>
        </p:txBody>
      </p:sp>
      <p:sp>
        <p:nvSpPr>
          <p:cNvPr id="105" name="Google Shape;105;p15">
            <a:extLst xmlns:a="http://schemas.openxmlformats.org/drawingml/2006/main">
              <a:ext uri="{FF2B5EF4-FFF2-40B4-BE49-F238E27FC236}">
                <a16:creationId xmlns:a16="http://schemas.microsoft.com/office/drawing/2014/main" id="{DC30ECF5-2F11-4E85-898E-31C95E622018}"/>
              </a:ext>
            </a:extLst>
          </p:cNvPr>
          <p:cNvSpPr>
            <a:spLocks xmlns:a="http://schemas.openxmlformats.org/drawingml/2006/main" noGrp="1"/>
          </p:cNvSpPr>
          <p:nvPr/>
        </p:nvSpPr>
        <p:spPr>
          <a:xfrm xmlns:a="http://schemas.openxmlformats.org/drawingml/2006/main" rot="0" flipH="0" flipV="0">
            <a:off x="781050" y="1428750"/>
            <a:ext cx="266700" cy="266700"/>
          </a:xfrm>
          <a:prstGeom xmlns:a="http://schemas.openxmlformats.org/drawingml/2006/main" prst="ellipse">
            <a:avLst/>
          </a:prstGeom>
          <a:solidFill xmlns:a="http://schemas.openxmlformats.org/drawingml/2006/main">
            <a:srgbClr val="EFF6FF"/>
          </a:solidFill>
          <a:ln xmlns:a="http://schemas.openxmlformats.org/drawingml/2006/main">
            <a:noFill/>
          </a:ln>
        </p:spPr>
        <p:txBody>
          <a:bodyPr xmlns:a="http://schemas.openxmlformats.org/drawingml/2006/main" spcFirstLastPara="1" wrap="square" lIns="0" tIns="0" rIns="0" bIns="0" anchor="ctr">
            <a:noAutofit/>
          </a:bodyPr>
          <a:lstStyle xmlns:a="http://schemas.openxmlformats.org/drawingml/2006/main"/>
          <a:p xmlns:a="http://schemas.openxmlformats.org/drawingml/2006/main">
            <a:pPr marL="0" lvl="0" indent="0" algn="l">
              <a:spcBef>
                <a:spcPts val="0"/>
              </a:spcBef>
              <a:spcAft>
                <a:spcPts val="0"/>
              </a:spcAft>
              <a:buNone/>
            </a:pPr>
            <a:endParaRPr/>
          </a:p>
        </p:txBody>
      </p:sp>
      <p:sp>
        <p:nvSpPr>
          <p:cNvPr id="106" name="Google Shape;106;p15">
            <a:extLst xmlns:a="http://schemas.openxmlformats.org/drawingml/2006/main">
              <a:ext uri="{FF2B5EF4-FFF2-40B4-BE49-F238E27FC236}">
                <a16:creationId xmlns:a16="http://schemas.microsoft.com/office/drawing/2014/main" id="{CCBF255D-0410-4EA4-810D-2E9B9783B173}"/>
              </a:ext>
            </a:extLst>
          </p:cNvPr>
          <p:cNvSpPr>
            <a:spLocks xmlns:a="http://schemas.openxmlformats.org/drawingml/2006/main" noGrp="1"/>
          </p:cNvSpPr>
          <p:nvPr/>
        </p:nvSpPr>
        <p:spPr>
          <a:xfrm xmlns:a="http://schemas.openxmlformats.org/drawingml/2006/main" rot="0" flipH="0" flipV="0">
            <a:off x="781050" y="1428750"/>
            <a:ext cx="266700" cy="2667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ctr">
            <a:noAutofit/>
          </a:bodyPr>
          <a:lstStyle xmlns:a="http://schemas.openxmlformats.org/drawingml/2006/main"/>
          <a:p xmlns:a="http://schemas.openxmlformats.org/drawingml/2006/main">
            <a:pPr marL="0" lvl="0" indent="0" algn="ctr">
              <a:spcBef>
                <a:spcPts val="0"/>
              </a:spcBef>
              <a:spcAft>
                <a:spcPts val="0"/>
              </a:spcAft>
              <a:buNone/>
            </a:pPr>
            <a:r>
              <a:rPr sz="1000" b="1">
                <a:solidFill>
                  <a:srgbClr val="2563EB"/>
                </a:solidFill>
                <a:latin typeface="Arial"/>
                <a:ea typeface="Arial"/>
                <a:cs typeface="Arial"/>
              </a:rPr>
              <a:t>01</a:t>
            </a:r>
            <a:endParaRPr sz="1000" b="1">
              <a:solidFill>
                <a:srgbClr val="2563EB"/>
              </a:solidFill>
              <a:latin typeface="Arial"/>
              <a:ea typeface="Arial"/>
              <a:cs typeface="Arial"/>
            </a:endParaRPr>
          </a:p>
        </p:txBody>
      </p:sp>
      <p:sp>
        <p:nvSpPr>
          <p:cNvPr id="107" name="Google Shape;107;p15">
            <a:extLst xmlns:a="http://schemas.openxmlformats.org/drawingml/2006/main">
              <a:ext uri="{FF2B5EF4-FFF2-40B4-BE49-F238E27FC236}">
                <a16:creationId xmlns:a16="http://schemas.microsoft.com/office/drawing/2014/main" id="{7623286B-17C2-4DC9-9905-7BB5A40024DC}"/>
              </a:ext>
            </a:extLst>
          </p:cNvPr>
          <p:cNvSpPr>
            <a:spLocks xmlns:a="http://schemas.openxmlformats.org/drawingml/2006/main" noGrp="1"/>
          </p:cNvSpPr>
          <p:nvPr/>
        </p:nvSpPr>
        <p:spPr>
          <a:xfrm xmlns:a="http://schemas.openxmlformats.org/drawingml/2006/main" rot="0" flipH="0" flipV="0">
            <a:off x="1190625" y="1285875"/>
            <a:ext cx="4762500" cy="5526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ctr">
            <a:noAutofit/>
          </a:bodyPr>
          <a:lstStyle xmlns:a="http://schemas.openxmlformats.org/drawingml/2006/main"/>
          <a:p xmlns:a="http://schemas.openxmlformats.org/drawingml/2006/main">
            <a:pPr marL="0" lvl="0" indent="0" algn="ctr">
              <a:spcBef>
                <a:spcPts val="0"/>
              </a:spcBef>
              <a:spcAft>
                <a:spcPts val="0"/>
              </a:spcAft>
              <a:buNone/>
            </a:pPr>
            <a:r>
              <a:rPr sz="1400" b="1">
                <a:solidFill>
                  <a:srgbClr val="0F172A"/>
                </a:solidFill>
                <a:latin typeface="Arial"/>
                <a:ea typeface="Arial"/>
                <a:cs typeface="Arial"/>
              </a:rPr>
              <a:t>Trình Minh Thắng</a:t>
            </a:r>
            <a:endParaRPr sz="1400" b="1">
              <a:solidFill>
                <a:srgbClr val="0F172A"/>
              </a:solidFill>
              <a:latin typeface="Arial"/>
              <a:ea typeface="Arial"/>
              <a:cs typeface="Arial"/>
            </a:endParaRPr>
          </a:p>
        </p:txBody>
      </p:sp>
      <p:sp>
        <p:nvSpPr>
          <p:cNvPr id="108" name="Google Shape;108;p15">
            <a:extLst xmlns:a="http://schemas.openxmlformats.org/drawingml/2006/main">
              <a:ext uri="{FF2B5EF4-FFF2-40B4-BE49-F238E27FC236}">
                <a16:creationId xmlns:a16="http://schemas.microsoft.com/office/drawing/2014/main" id="{4A656B2E-4B1D-498F-8A1D-E6E6BEEB71AE}"/>
              </a:ext>
            </a:extLst>
          </p:cNvPr>
          <p:cNvSpPr>
            <a:spLocks xmlns:a="http://schemas.openxmlformats.org/drawingml/2006/main" noGrp="1"/>
          </p:cNvSpPr>
          <p:nvPr/>
        </p:nvSpPr>
        <p:spPr>
          <a:xfrm xmlns:a="http://schemas.openxmlformats.org/drawingml/2006/main" rot="0" flipH="0" flipV="0">
            <a:off x="6286500" y="1285875"/>
            <a:ext cx="1905000" cy="5526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ctr">
            <a:noAutofit/>
          </a:bodyPr>
          <a:lstStyle xmlns:a="http://schemas.openxmlformats.org/drawingml/2006/main"/>
          <a:p xmlns:a="http://schemas.openxmlformats.org/drawingml/2006/main">
            <a:pPr marL="0" lvl="0" indent="0" algn="ctr">
              <a:spcBef>
                <a:spcPts val="0"/>
              </a:spcBef>
              <a:spcAft>
                <a:spcPts val="0"/>
              </a:spcAft>
              <a:buNone/>
            </a:pPr>
            <a:r>
              <a:rPr sz="1200" b="0">
                <a:solidFill>
                  <a:srgbClr val="2563EB"/>
                </a:solidFill>
                <a:latin typeface="Arial"/>
                <a:ea typeface="Arial"/>
                <a:cs typeface="Arial"/>
              </a:rPr>
              <a:t>25410132</a:t>
            </a:r>
            <a:endParaRPr sz="1200" b="0">
              <a:solidFill>
                <a:srgbClr val="2563EB"/>
              </a:solidFill>
              <a:latin typeface="Arial"/>
              <a:ea typeface="Arial"/>
              <a:cs typeface="Arial"/>
            </a:endParaRPr>
          </a:p>
        </p:txBody>
      </p:sp>
      <p:sp>
        <p:nvSpPr>
          <p:cNvPr id="110" name="Google Shape;110;p15">
            <a:extLst xmlns:a="http://schemas.openxmlformats.org/drawingml/2006/main">
              <a:ext uri="{FF2B5EF4-FFF2-40B4-BE49-F238E27FC236}">
                <a16:creationId xmlns:a16="http://schemas.microsoft.com/office/drawing/2014/main" id="{6D7DB827-35FF-47F2-BF83-C08615AFDBA8}"/>
              </a:ext>
            </a:extLst>
          </p:cNvPr>
          <p:cNvSpPr>
            <a:spLocks xmlns:a="http://schemas.openxmlformats.org/drawingml/2006/main" noGrp="1"/>
          </p:cNvSpPr>
          <p:nvPr/>
        </p:nvSpPr>
        <p:spPr>
          <a:xfrm xmlns:a="http://schemas.openxmlformats.org/drawingml/2006/main" rot="0" flipH="0" flipV="0">
            <a:off x="571500" y="1952625"/>
            <a:ext cx="8001000" cy="552600"/>
          </a:xfrm>
          <a:prstGeom xmlns:a="http://schemas.openxmlformats.org/drawingml/2006/main" prst="roundRect">
            <a:avLst>
              <a:gd name="adj" fmla="val 17241"/>
            </a:avLst>
          </a:prstGeom>
          <a:solidFill xmlns:a="http://schemas.openxmlformats.org/drawingml/2006/main">
            <a:srgbClr val="FFFFFF"/>
          </a:solidFill>
          <a:ln xmlns:a="http://schemas.openxmlformats.org/drawingml/2006/main" w="14300" cmpd="sng">
            <a:solidFill>
              <a:srgbClr val="E2E8F0"/>
            </a:solidFill>
            <a:prstDash val="solid"/>
            <a:headEnd type="none" w="sm" len="sm"/>
            <a:tailEnd type="none" w="sm" len="sm"/>
          </a:ln>
        </p:spPr>
        <p:txBody>
          <a:bodyPr xmlns:a="http://schemas.openxmlformats.org/drawingml/2006/main" spcFirstLastPara="1" wrap="square" lIns="0" tIns="0" rIns="0" bIns="0" anchor="ctr">
            <a:noAutofit/>
          </a:bodyPr>
          <a:lstStyle xmlns:a="http://schemas.openxmlformats.org/drawingml/2006/main"/>
          <a:p xmlns:a="http://schemas.openxmlformats.org/drawingml/2006/main">
            <a:pPr marL="0" lvl="0" indent="0" algn="l">
              <a:spcBef>
                <a:spcPts val="0"/>
              </a:spcBef>
              <a:spcAft>
                <a:spcPts val="0"/>
              </a:spcAft>
              <a:buNone/>
            </a:pPr>
            <a:endParaRPr/>
          </a:p>
        </p:txBody>
      </p:sp>
      <p:sp>
        <p:nvSpPr>
          <p:cNvPr id="111" name="Google Shape;111;p15">
            <a:extLst xmlns:a="http://schemas.openxmlformats.org/drawingml/2006/main">
              <a:ext uri="{FF2B5EF4-FFF2-40B4-BE49-F238E27FC236}">
                <a16:creationId xmlns:a16="http://schemas.microsoft.com/office/drawing/2014/main" id="{DF40E5A0-88A6-468C-BF9C-C3BBE89D2A85}"/>
              </a:ext>
            </a:extLst>
          </p:cNvPr>
          <p:cNvSpPr>
            <a:spLocks xmlns:a="http://schemas.openxmlformats.org/drawingml/2006/main" noGrp="1"/>
          </p:cNvSpPr>
          <p:nvPr/>
        </p:nvSpPr>
        <p:spPr>
          <a:xfrm xmlns:a="http://schemas.openxmlformats.org/drawingml/2006/main" rot="0" flipH="0" flipV="0">
            <a:off x="571500" y="1952625"/>
            <a:ext cx="57300" cy="552600"/>
          </a:xfrm>
          <a:prstGeom xmlns:a="http://schemas.openxmlformats.org/drawingml/2006/main" prst="roundRect">
            <a:avLst>
              <a:gd name="adj" fmla="val 50000"/>
            </a:avLst>
          </a:prstGeom>
          <a:solidFill xmlns:a="http://schemas.openxmlformats.org/drawingml/2006/main">
            <a:srgbClr val="0D9488"/>
          </a:solidFill>
          <a:ln xmlns:a="http://schemas.openxmlformats.org/drawingml/2006/main">
            <a:noFill/>
          </a:ln>
        </p:spPr>
        <p:txBody>
          <a:bodyPr xmlns:a="http://schemas.openxmlformats.org/drawingml/2006/main" spcFirstLastPara="1" wrap="square" lIns="0" tIns="0" rIns="0" bIns="0" anchor="ctr">
            <a:noAutofit/>
          </a:bodyPr>
          <a:lstStyle xmlns:a="http://schemas.openxmlformats.org/drawingml/2006/main"/>
          <a:p xmlns:a="http://schemas.openxmlformats.org/drawingml/2006/main">
            <a:pPr marL="0" lvl="0" indent="0" algn="l">
              <a:spcBef>
                <a:spcPts val="0"/>
              </a:spcBef>
              <a:spcAft>
                <a:spcPts val="0"/>
              </a:spcAft>
              <a:buNone/>
            </a:pPr>
            <a:endParaRPr/>
          </a:p>
        </p:txBody>
      </p:sp>
      <p:sp>
        <p:nvSpPr>
          <p:cNvPr id="112" name="Google Shape;112;p15">
            <a:extLst xmlns:a="http://schemas.openxmlformats.org/drawingml/2006/main">
              <a:ext uri="{FF2B5EF4-FFF2-40B4-BE49-F238E27FC236}">
                <a16:creationId xmlns:a16="http://schemas.microsoft.com/office/drawing/2014/main" id="{9988F9C7-64E9-4FED-A49B-330DBEB4F4F8}"/>
              </a:ext>
            </a:extLst>
          </p:cNvPr>
          <p:cNvSpPr>
            <a:spLocks xmlns:a="http://schemas.openxmlformats.org/drawingml/2006/main" noGrp="1"/>
          </p:cNvSpPr>
          <p:nvPr/>
        </p:nvSpPr>
        <p:spPr>
          <a:xfrm xmlns:a="http://schemas.openxmlformats.org/drawingml/2006/main" rot="0" flipH="0" flipV="0">
            <a:off x="781050" y="2095500"/>
            <a:ext cx="266700" cy="266700"/>
          </a:xfrm>
          <a:prstGeom xmlns:a="http://schemas.openxmlformats.org/drawingml/2006/main" prst="ellipse">
            <a:avLst/>
          </a:prstGeom>
          <a:solidFill xmlns:a="http://schemas.openxmlformats.org/drawingml/2006/main">
            <a:srgbClr val="CCFBF1"/>
          </a:solidFill>
          <a:ln xmlns:a="http://schemas.openxmlformats.org/drawingml/2006/main">
            <a:noFill/>
          </a:ln>
        </p:spPr>
        <p:txBody>
          <a:bodyPr xmlns:a="http://schemas.openxmlformats.org/drawingml/2006/main" spcFirstLastPara="1" wrap="square" lIns="0" tIns="0" rIns="0" bIns="0" anchor="ctr">
            <a:noAutofit/>
          </a:bodyPr>
          <a:lstStyle xmlns:a="http://schemas.openxmlformats.org/drawingml/2006/main"/>
          <a:p xmlns:a="http://schemas.openxmlformats.org/drawingml/2006/main">
            <a:pPr marL="0" lvl="0" indent="0" algn="l">
              <a:spcBef>
                <a:spcPts val="0"/>
              </a:spcBef>
              <a:spcAft>
                <a:spcPts val="0"/>
              </a:spcAft>
              <a:buNone/>
            </a:pPr>
            <a:endParaRPr/>
          </a:p>
        </p:txBody>
      </p:sp>
      <p:sp>
        <p:nvSpPr>
          <p:cNvPr id="113" name="Google Shape;113;p15">
            <a:extLst xmlns:a="http://schemas.openxmlformats.org/drawingml/2006/main">
              <a:ext uri="{FF2B5EF4-FFF2-40B4-BE49-F238E27FC236}">
                <a16:creationId xmlns:a16="http://schemas.microsoft.com/office/drawing/2014/main" id="{9670AFD8-689E-4B5D-8FBE-9C5AA4A0C1E8}"/>
              </a:ext>
            </a:extLst>
          </p:cNvPr>
          <p:cNvSpPr>
            <a:spLocks xmlns:a="http://schemas.openxmlformats.org/drawingml/2006/main" noGrp="1"/>
          </p:cNvSpPr>
          <p:nvPr/>
        </p:nvSpPr>
        <p:spPr>
          <a:xfrm xmlns:a="http://schemas.openxmlformats.org/drawingml/2006/main" rot="0" flipH="0" flipV="0">
            <a:off x="781050" y="2095500"/>
            <a:ext cx="266700" cy="2667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ctr">
            <a:noAutofit/>
          </a:bodyPr>
          <a:lstStyle xmlns:a="http://schemas.openxmlformats.org/drawingml/2006/main"/>
          <a:p xmlns:a="http://schemas.openxmlformats.org/drawingml/2006/main">
            <a:pPr marL="0" lvl="0" indent="0" algn="ctr">
              <a:spcBef>
                <a:spcPts val="0"/>
              </a:spcBef>
              <a:spcAft>
                <a:spcPts val="0"/>
              </a:spcAft>
              <a:buNone/>
            </a:pPr>
            <a:r>
              <a:rPr sz="1000" b="1">
                <a:solidFill>
                  <a:srgbClr val="0D9488"/>
                </a:solidFill>
                <a:latin typeface="Arial"/>
                <a:ea typeface="Arial"/>
                <a:cs typeface="Arial"/>
              </a:rPr>
              <a:t>02</a:t>
            </a:r>
            <a:endParaRPr sz="1000" b="1">
              <a:solidFill>
                <a:srgbClr val="0D9488"/>
              </a:solidFill>
              <a:latin typeface="Arial"/>
              <a:ea typeface="Arial"/>
              <a:cs typeface="Arial"/>
            </a:endParaRPr>
          </a:p>
        </p:txBody>
      </p:sp>
      <p:sp>
        <p:nvSpPr>
          <p:cNvPr id="114" name="Google Shape;114;p15">
            <a:extLst xmlns:a="http://schemas.openxmlformats.org/drawingml/2006/main">
              <a:ext uri="{FF2B5EF4-FFF2-40B4-BE49-F238E27FC236}">
                <a16:creationId xmlns:a16="http://schemas.microsoft.com/office/drawing/2014/main" id="{3A6532AB-0C9E-4BED-970B-3FBCAF80FCF9}"/>
              </a:ext>
            </a:extLst>
          </p:cNvPr>
          <p:cNvSpPr>
            <a:spLocks xmlns:a="http://schemas.openxmlformats.org/drawingml/2006/main" noGrp="1"/>
          </p:cNvSpPr>
          <p:nvPr/>
        </p:nvSpPr>
        <p:spPr>
          <a:xfrm xmlns:a="http://schemas.openxmlformats.org/drawingml/2006/main" rot="0" flipH="0" flipV="0">
            <a:off x="1190625" y="1952625"/>
            <a:ext cx="4762500" cy="5526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ctr">
            <a:noAutofit/>
          </a:bodyPr>
          <a:lstStyle xmlns:a="http://schemas.openxmlformats.org/drawingml/2006/main"/>
          <a:p xmlns:a="http://schemas.openxmlformats.org/drawingml/2006/main">
            <a:pPr marL="0" lvl="0" indent="0" algn="ctr">
              <a:spcBef>
                <a:spcPts val="0"/>
              </a:spcBef>
              <a:spcAft>
                <a:spcPts val="0"/>
              </a:spcAft>
              <a:buNone/>
            </a:pPr>
            <a:r>
              <a:rPr sz="1400" b="1">
                <a:solidFill>
                  <a:srgbClr val="0F172A"/>
                </a:solidFill>
                <a:latin typeface="Arial"/>
                <a:ea typeface="Arial"/>
                <a:cs typeface="Arial"/>
              </a:rPr>
              <a:t>Nguyễn Phong Phú</a:t>
            </a:r>
            <a:endParaRPr sz="1400" b="1">
              <a:solidFill>
                <a:srgbClr val="0F172A"/>
              </a:solidFill>
              <a:latin typeface="Arial"/>
              <a:ea typeface="Arial"/>
              <a:cs typeface="Arial"/>
            </a:endParaRPr>
          </a:p>
        </p:txBody>
      </p:sp>
      <p:sp>
        <p:nvSpPr>
          <p:cNvPr id="115" name="Google Shape;115;p15">
            <a:extLst xmlns:a="http://schemas.openxmlformats.org/drawingml/2006/main">
              <a:ext uri="{FF2B5EF4-FFF2-40B4-BE49-F238E27FC236}">
                <a16:creationId xmlns:a16="http://schemas.microsoft.com/office/drawing/2014/main" id="{885A0DF5-06CE-4087-AD61-7259B4032B60}"/>
              </a:ext>
            </a:extLst>
          </p:cNvPr>
          <p:cNvSpPr>
            <a:spLocks xmlns:a="http://schemas.openxmlformats.org/drawingml/2006/main" noGrp="1"/>
          </p:cNvSpPr>
          <p:nvPr/>
        </p:nvSpPr>
        <p:spPr>
          <a:xfrm xmlns:a="http://schemas.openxmlformats.org/drawingml/2006/main" rot="0" flipH="0" flipV="0">
            <a:off x="6286500" y="1952625"/>
            <a:ext cx="1905000" cy="5526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ctr">
            <a:noAutofit/>
          </a:bodyPr>
          <a:lstStyle xmlns:a="http://schemas.openxmlformats.org/drawingml/2006/main"/>
          <a:p xmlns:a="http://schemas.openxmlformats.org/drawingml/2006/main">
            <a:pPr marL="0" lvl="0" indent="0" algn="ctr">
              <a:spcBef>
                <a:spcPts val="0"/>
              </a:spcBef>
              <a:spcAft>
                <a:spcPts val="0"/>
              </a:spcAft>
              <a:buNone/>
            </a:pPr>
            <a:r>
              <a:rPr sz="1200" b="0">
                <a:solidFill>
                  <a:srgbClr val="0D9488"/>
                </a:solidFill>
                <a:latin typeface="Arial"/>
                <a:ea typeface="Arial"/>
                <a:cs typeface="Arial"/>
              </a:rPr>
              <a:t>25410283</a:t>
            </a:r>
            <a:endParaRPr sz="1200" b="0">
              <a:solidFill>
                <a:srgbClr val="0D9488"/>
              </a:solidFill>
              <a:latin typeface="Arial"/>
              <a:ea typeface="Arial"/>
              <a:cs typeface="Arial"/>
            </a:endParaRPr>
          </a:p>
        </p:txBody>
      </p:sp>
      <p:sp>
        <p:nvSpPr>
          <p:cNvPr id="117" name="Google Shape;117;p15">
            <a:extLst xmlns:a="http://schemas.openxmlformats.org/drawingml/2006/main">
              <a:ext uri="{FF2B5EF4-FFF2-40B4-BE49-F238E27FC236}">
                <a16:creationId xmlns:a16="http://schemas.microsoft.com/office/drawing/2014/main" id="{F985B68A-F9EC-49C6-A7F3-CA4EBB569CD2}"/>
              </a:ext>
            </a:extLst>
          </p:cNvPr>
          <p:cNvSpPr>
            <a:spLocks xmlns:a="http://schemas.openxmlformats.org/drawingml/2006/main" noGrp="1"/>
          </p:cNvSpPr>
          <p:nvPr/>
        </p:nvSpPr>
        <p:spPr>
          <a:xfrm xmlns:a="http://schemas.openxmlformats.org/drawingml/2006/main" rot="0" flipH="0" flipV="0">
            <a:off x="571500" y="2619375"/>
            <a:ext cx="8001000" cy="552600"/>
          </a:xfrm>
          <a:prstGeom xmlns:a="http://schemas.openxmlformats.org/drawingml/2006/main" prst="roundRect">
            <a:avLst>
              <a:gd name="adj" fmla="val 17241"/>
            </a:avLst>
          </a:prstGeom>
          <a:solidFill xmlns:a="http://schemas.openxmlformats.org/drawingml/2006/main">
            <a:srgbClr val="FFFFFF"/>
          </a:solidFill>
          <a:ln xmlns:a="http://schemas.openxmlformats.org/drawingml/2006/main" w="14300" cmpd="sng">
            <a:solidFill>
              <a:srgbClr val="E2E8F0"/>
            </a:solidFill>
            <a:prstDash val="solid"/>
            <a:headEnd type="none" w="sm" len="sm"/>
            <a:tailEnd type="none" w="sm" len="sm"/>
          </a:ln>
        </p:spPr>
        <p:txBody>
          <a:bodyPr xmlns:a="http://schemas.openxmlformats.org/drawingml/2006/main" spcFirstLastPara="1" wrap="square" lIns="0" tIns="0" rIns="0" bIns="0" anchor="ctr">
            <a:noAutofit/>
          </a:bodyPr>
          <a:lstStyle xmlns:a="http://schemas.openxmlformats.org/drawingml/2006/main"/>
          <a:p xmlns:a="http://schemas.openxmlformats.org/drawingml/2006/main">
            <a:pPr marL="0" lvl="0" indent="0" algn="l">
              <a:spcBef>
                <a:spcPts val="0"/>
              </a:spcBef>
              <a:spcAft>
                <a:spcPts val="0"/>
              </a:spcAft>
              <a:buNone/>
            </a:pPr>
            <a:endParaRPr/>
          </a:p>
        </p:txBody>
      </p:sp>
      <p:sp>
        <p:nvSpPr>
          <p:cNvPr id="118" name="Google Shape;118;p15">
            <a:extLst xmlns:a="http://schemas.openxmlformats.org/drawingml/2006/main">
              <a:ext uri="{FF2B5EF4-FFF2-40B4-BE49-F238E27FC236}">
                <a16:creationId xmlns:a16="http://schemas.microsoft.com/office/drawing/2014/main" id="{C8BA6606-284F-4B19-953B-0A0C5DD077A6}"/>
              </a:ext>
            </a:extLst>
          </p:cNvPr>
          <p:cNvSpPr>
            <a:spLocks xmlns:a="http://schemas.openxmlformats.org/drawingml/2006/main" noGrp="1"/>
          </p:cNvSpPr>
          <p:nvPr/>
        </p:nvSpPr>
        <p:spPr>
          <a:xfrm xmlns:a="http://schemas.openxmlformats.org/drawingml/2006/main" rot="0" flipH="0" flipV="0">
            <a:off x="571500" y="2619375"/>
            <a:ext cx="57300" cy="552600"/>
          </a:xfrm>
          <a:prstGeom xmlns:a="http://schemas.openxmlformats.org/drawingml/2006/main" prst="roundRect">
            <a:avLst>
              <a:gd name="adj" fmla="val 50000"/>
            </a:avLst>
          </a:prstGeom>
          <a:solidFill xmlns:a="http://schemas.openxmlformats.org/drawingml/2006/main">
            <a:srgbClr val="7C3AED"/>
          </a:solidFill>
          <a:ln xmlns:a="http://schemas.openxmlformats.org/drawingml/2006/main">
            <a:noFill/>
          </a:ln>
        </p:spPr>
        <p:txBody>
          <a:bodyPr xmlns:a="http://schemas.openxmlformats.org/drawingml/2006/main" spcFirstLastPara="1" wrap="square" lIns="0" tIns="0" rIns="0" bIns="0" anchor="ctr">
            <a:noAutofit/>
          </a:bodyPr>
          <a:lstStyle xmlns:a="http://schemas.openxmlformats.org/drawingml/2006/main"/>
          <a:p xmlns:a="http://schemas.openxmlformats.org/drawingml/2006/main">
            <a:pPr marL="0" lvl="0" indent="0" algn="l">
              <a:spcBef>
                <a:spcPts val="0"/>
              </a:spcBef>
              <a:spcAft>
                <a:spcPts val="0"/>
              </a:spcAft>
              <a:buNone/>
            </a:pPr>
            <a:endParaRPr/>
          </a:p>
        </p:txBody>
      </p:sp>
      <p:sp>
        <p:nvSpPr>
          <p:cNvPr id="119" name="Google Shape;119;p15">
            <a:extLst xmlns:a="http://schemas.openxmlformats.org/drawingml/2006/main">
              <a:ext uri="{FF2B5EF4-FFF2-40B4-BE49-F238E27FC236}">
                <a16:creationId xmlns:a16="http://schemas.microsoft.com/office/drawing/2014/main" id="{DA81932E-37A2-4D0B-99E6-5C22813C98AF}"/>
              </a:ext>
            </a:extLst>
          </p:cNvPr>
          <p:cNvSpPr>
            <a:spLocks xmlns:a="http://schemas.openxmlformats.org/drawingml/2006/main" noGrp="1"/>
          </p:cNvSpPr>
          <p:nvPr/>
        </p:nvSpPr>
        <p:spPr>
          <a:xfrm xmlns:a="http://schemas.openxmlformats.org/drawingml/2006/main" rot="0" flipH="0" flipV="0">
            <a:off x="781050" y="2762250"/>
            <a:ext cx="266700" cy="266700"/>
          </a:xfrm>
          <a:prstGeom xmlns:a="http://schemas.openxmlformats.org/drawingml/2006/main" prst="ellipse">
            <a:avLst/>
          </a:prstGeom>
          <a:solidFill xmlns:a="http://schemas.openxmlformats.org/drawingml/2006/main">
            <a:srgbClr val="F3E8FF"/>
          </a:solidFill>
          <a:ln xmlns:a="http://schemas.openxmlformats.org/drawingml/2006/main">
            <a:noFill/>
          </a:ln>
        </p:spPr>
        <p:txBody>
          <a:bodyPr xmlns:a="http://schemas.openxmlformats.org/drawingml/2006/main" spcFirstLastPara="1" wrap="square" lIns="0" tIns="0" rIns="0" bIns="0" anchor="ctr">
            <a:noAutofit/>
          </a:bodyPr>
          <a:lstStyle xmlns:a="http://schemas.openxmlformats.org/drawingml/2006/main"/>
          <a:p xmlns:a="http://schemas.openxmlformats.org/drawingml/2006/main">
            <a:pPr marL="0" lvl="0" indent="0" algn="l">
              <a:spcBef>
                <a:spcPts val="0"/>
              </a:spcBef>
              <a:spcAft>
                <a:spcPts val="0"/>
              </a:spcAft>
              <a:buNone/>
            </a:pPr>
            <a:endParaRPr/>
          </a:p>
        </p:txBody>
      </p:sp>
      <p:sp>
        <p:nvSpPr>
          <p:cNvPr id="120" name="Google Shape;120;p15">
            <a:extLst xmlns:a="http://schemas.openxmlformats.org/drawingml/2006/main">
              <a:ext uri="{FF2B5EF4-FFF2-40B4-BE49-F238E27FC236}">
                <a16:creationId xmlns:a16="http://schemas.microsoft.com/office/drawing/2014/main" id="{10FF735F-6310-449E-AF06-7700CDB74C48}"/>
              </a:ext>
            </a:extLst>
          </p:cNvPr>
          <p:cNvSpPr>
            <a:spLocks xmlns:a="http://schemas.openxmlformats.org/drawingml/2006/main" noGrp="1"/>
          </p:cNvSpPr>
          <p:nvPr/>
        </p:nvSpPr>
        <p:spPr>
          <a:xfrm xmlns:a="http://schemas.openxmlformats.org/drawingml/2006/main" rot="0" flipH="0" flipV="0">
            <a:off x="781050" y="2762250"/>
            <a:ext cx="266700" cy="2667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ctr">
            <a:noAutofit/>
          </a:bodyPr>
          <a:lstStyle xmlns:a="http://schemas.openxmlformats.org/drawingml/2006/main"/>
          <a:p xmlns:a="http://schemas.openxmlformats.org/drawingml/2006/main">
            <a:pPr marL="0" lvl="0" indent="0" algn="ctr">
              <a:spcBef>
                <a:spcPts val="0"/>
              </a:spcBef>
              <a:spcAft>
                <a:spcPts val="0"/>
              </a:spcAft>
              <a:buNone/>
            </a:pPr>
            <a:r>
              <a:rPr sz="1000" b="1">
                <a:solidFill>
                  <a:srgbClr val="7C3AED"/>
                </a:solidFill>
                <a:latin typeface="Arial"/>
                <a:ea typeface="Arial"/>
                <a:cs typeface="Arial"/>
              </a:rPr>
              <a:t>03</a:t>
            </a:r>
            <a:endParaRPr sz="1000" b="1">
              <a:solidFill>
                <a:srgbClr val="7C3AED"/>
              </a:solidFill>
              <a:latin typeface="Arial"/>
              <a:ea typeface="Arial"/>
              <a:cs typeface="Arial"/>
            </a:endParaRPr>
          </a:p>
        </p:txBody>
      </p:sp>
      <p:sp>
        <p:nvSpPr>
          <p:cNvPr id="121" name="Google Shape;121;p15">
            <a:extLst xmlns:a="http://schemas.openxmlformats.org/drawingml/2006/main">
              <a:ext uri="{FF2B5EF4-FFF2-40B4-BE49-F238E27FC236}">
                <a16:creationId xmlns:a16="http://schemas.microsoft.com/office/drawing/2014/main" id="{66D294BE-B7F3-442C-B17E-68454FDBEB08}"/>
              </a:ext>
            </a:extLst>
          </p:cNvPr>
          <p:cNvSpPr>
            <a:spLocks xmlns:a="http://schemas.openxmlformats.org/drawingml/2006/main" noGrp="1"/>
          </p:cNvSpPr>
          <p:nvPr/>
        </p:nvSpPr>
        <p:spPr>
          <a:xfrm xmlns:a="http://schemas.openxmlformats.org/drawingml/2006/main" rot="0" flipH="0" flipV="0">
            <a:off x="1190625" y="2619375"/>
            <a:ext cx="4762500" cy="5526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ctr">
            <a:noAutofit/>
          </a:bodyPr>
          <a:lstStyle xmlns:a="http://schemas.openxmlformats.org/drawingml/2006/main"/>
          <a:p xmlns:a="http://schemas.openxmlformats.org/drawingml/2006/main">
            <a:pPr marL="0" lvl="0" indent="0" algn="ctr">
              <a:spcBef>
                <a:spcPts val="0"/>
              </a:spcBef>
              <a:spcAft>
                <a:spcPts val="0"/>
              </a:spcAft>
              <a:buNone/>
            </a:pPr>
            <a:r>
              <a:rPr sz="1400" b="1">
                <a:solidFill>
                  <a:srgbClr val="0F172A"/>
                </a:solidFill>
                <a:latin typeface="Arial"/>
                <a:ea typeface="Arial"/>
                <a:cs typeface="Arial"/>
              </a:rPr>
              <a:t>Võ Trịnh Nhật Minh</a:t>
            </a:r>
            <a:endParaRPr sz="1400" b="1">
              <a:solidFill>
                <a:srgbClr val="0F172A"/>
              </a:solidFill>
              <a:latin typeface="Arial"/>
              <a:ea typeface="Arial"/>
              <a:cs typeface="Arial"/>
            </a:endParaRPr>
          </a:p>
        </p:txBody>
      </p:sp>
      <p:sp>
        <p:nvSpPr>
          <p:cNvPr id="122" name="Google Shape;122;p15">
            <a:extLst xmlns:a="http://schemas.openxmlformats.org/drawingml/2006/main">
              <a:ext uri="{FF2B5EF4-FFF2-40B4-BE49-F238E27FC236}">
                <a16:creationId xmlns:a16="http://schemas.microsoft.com/office/drawing/2014/main" id="{6064ADD5-F2D6-478A-B552-96A4A8A69AD4}"/>
              </a:ext>
            </a:extLst>
          </p:cNvPr>
          <p:cNvSpPr>
            <a:spLocks xmlns:a="http://schemas.openxmlformats.org/drawingml/2006/main" noGrp="1"/>
          </p:cNvSpPr>
          <p:nvPr/>
        </p:nvSpPr>
        <p:spPr>
          <a:xfrm xmlns:a="http://schemas.openxmlformats.org/drawingml/2006/main" rot="0" flipH="0" flipV="0">
            <a:off x="6286500" y="2619375"/>
            <a:ext cx="1905000" cy="5526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ctr">
            <a:noAutofit/>
          </a:bodyPr>
          <a:lstStyle xmlns:a="http://schemas.openxmlformats.org/drawingml/2006/main"/>
          <a:p xmlns:a="http://schemas.openxmlformats.org/drawingml/2006/main">
            <a:pPr marL="0" lvl="0" indent="0" algn="ctr">
              <a:spcBef>
                <a:spcPts val="0"/>
              </a:spcBef>
              <a:spcAft>
                <a:spcPts val="0"/>
              </a:spcAft>
              <a:buNone/>
            </a:pPr>
            <a:r>
              <a:rPr sz="1200" b="0">
                <a:solidFill>
                  <a:srgbClr val="7C3AED"/>
                </a:solidFill>
                <a:latin typeface="Arial"/>
                <a:ea typeface="Arial"/>
                <a:cs typeface="Arial"/>
              </a:rPr>
              <a:t>25410258</a:t>
            </a:r>
            <a:endParaRPr sz="1200" b="0">
              <a:solidFill>
                <a:srgbClr val="7C3AED"/>
              </a:solidFill>
              <a:latin typeface="Arial"/>
              <a:ea typeface="Arial"/>
              <a:cs typeface="Arial"/>
            </a:endParaRPr>
          </a:p>
        </p:txBody>
      </p:sp>
      <p:sp>
        <p:nvSpPr>
          <p:cNvPr id="124" name="Google Shape;124;p15">
            <a:extLst xmlns:a="http://schemas.openxmlformats.org/drawingml/2006/main">
              <a:ext uri="{FF2B5EF4-FFF2-40B4-BE49-F238E27FC236}">
                <a16:creationId xmlns:a16="http://schemas.microsoft.com/office/drawing/2014/main" id="{7926DCA7-AB62-48B1-B4FF-9CB9EE9C17FD}"/>
              </a:ext>
            </a:extLst>
          </p:cNvPr>
          <p:cNvSpPr>
            <a:spLocks xmlns:a="http://schemas.openxmlformats.org/drawingml/2006/main" noGrp="1"/>
          </p:cNvSpPr>
          <p:nvPr/>
        </p:nvSpPr>
        <p:spPr>
          <a:xfrm xmlns:a="http://schemas.openxmlformats.org/drawingml/2006/main" rot="0" flipH="0" flipV="0">
            <a:off x="571500" y="3286125"/>
            <a:ext cx="8001000" cy="552600"/>
          </a:xfrm>
          <a:prstGeom xmlns:a="http://schemas.openxmlformats.org/drawingml/2006/main" prst="roundRect">
            <a:avLst>
              <a:gd name="adj" fmla="val 17241"/>
            </a:avLst>
          </a:prstGeom>
          <a:solidFill xmlns:a="http://schemas.openxmlformats.org/drawingml/2006/main">
            <a:srgbClr val="FFFFFF"/>
          </a:solidFill>
          <a:ln xmlns:a="http://schemas.openxmlformats.org/drawingml/2006/main" w="14300" cmpd="sng">
            <a:solidFill>
              <a:srgbClr val="E2E8F0"/>
            </a:solidFill>
            <a:prstDash val="solid"/>
            <a:headEnd type="none" w="sm" len="sm"/>
            <a:tailEnd type="none" w="sm" len="sm"/>
          </a:ln>
        </p:spPr>
        <p:txBody>
          <a:bodyPr xmlns:a="http://schemas.openxmlformats.org/drawingml/2006/main" spcFirstLastPara="1" wrap="square" lIns="0" tIns="0" rIns="0" bIns="0" anchor="ctr">
            <a:noAutofit/>
          </a:bodyPr>
          <a:lstStyle xmlns:a="http://schemas.openxmlformats.org/drawingml/2006/main"/>
          <a:p xmlns:a="http://schemas.openxmlformats.org/drawingml/2006/main">
            <a:pPr marL="0" lvl="0" indent="0" algn="l">
              <a:spcBef>
                <a:spcPts val="0"/>
              </a:spcBef>
              <a:spcAft>
                <a:spcPts val="0"/>
              </a:spcAft>
              <a:buNone/>
            </a:pPr>
            <a:endParaRPr/>
          </a:p>
        </p:txBody>
      </p:sp>
      <p:sp>
        <p:nvSpPr>
          <p:cNvPr id="125" name="Google Shape;125;p15">
            <a:extLst xmlns:a="http://schemas.openxmlformats.org/drawingml/2006/main">
              <a:ext uri="{FF2B5EF4-FFF2-40B4-BE49-F238E27FC236}">
                <a16:creationId xmlns:a16="http://schemas.microsoft.com/office/drawing/2014/main" id="{CFEB0D3E-5FCD-416A-B0CB-C2EE6AB55F3E}"/>
              </a:ext>
            </a:extLst>
          </p:cNvPr>
          <p:cNvSpPr>
            <a:spLocks xmlns:a="http://schemas.openxmlformats.org/drawingml/2006/main" noGrp="1"/>
          </p:cNvSpPr>
          <p:nvPr/>
        </p:nvSpPr>
        <p:spPr>
          <a:xfrm xmlns:a="http://schemas.openxmlformats.org/drawingml/2006/main" rot="0" flipH="0" flipV="0">
            <a:off x="571500" y="3286125"/>
            <a:ext cx="57300" cy="552600"/>
          </a:xfrm>
          <a:prstGeom xmlns:a="http://schemas.openxmlformats.org/drawingml/2006/main" prst="roundRect">
            <a:avLst>
              <a:gd name="adj" fmla="val 50000"/>
            </a:avLst>
          </a:prstGeom>
          <a:solidFill xmlns:a="http://schemas.openxmlformats.org/drawingml/2006/main">
            <a:srgbClr val="EA580C"/>
          </a:solidFill>
          <a:ln xmlns:a="http://schemas.openxmlformats.org/drawingml/2006/main">
            <a:noFill/>
          </a:ln>
        </p:spPr>
        <p:txBody>
          <a:bodyPr xmlns:a="http://schemas.openxmlformats.org/drawingml/2006/main" spcFirstLastPara="1" wrap="square" lIns="0" tIns="0" rIns="0" bIns="0" anchor="ctr">
            <a:noAutofit/>
          </a:bodyPr>
          <a:lstStyle xmlns:a="http://schemas.openxmlformats.org/drawingml/2006/main"/>
          <a:p xmlns:a="http://schemas.openxmlformats.org/drawingml/2006/main">
            <a:pPr marL="0" lvl="0" indent="0" algn="l">
              <a:spcBef>
                <a:spcPts val="0"/>
              </a:spcBef>
              <a:spcAft>
                <a:spcPts val="0"/>
              </a:spcAft>
              <a:buNone/>
            </a:pPr>
            <a:endParaRPr/>
          </a:p>
        </p:txBody>
      </p:sp>
      <p:sp>
        <p:nvSpPr>
          <p:cNvPr id="126" name="Google Shape;126;p15">
            <a:extLst xmlns:a="http://schemas.openxmlformats.org/drawingml/2006/main">
              <a:ext uri="{FF2B5EF4-FFF2-40B4-BE49-F238E27FC236}">
                <a16:creationId xmlns:a16="http://schemas.microsoft.com/office/drawing/2014/main" id="{902932A8-0873-4A90-B677-5A03E85457F5}"/>
              </a:ext>
            </a:extLst>
          </p:cNvPr>
          <p:cNvSpPr>
            <a:spLocks xmlns:a="http://schemas.openxmlformats.org/drawingml/2006/main" noGrp="1"/>
          </p:cNvSpPr>
          <p:nvPr/>
        </p:nvSpPr>
        <p:spPr>
          <a:xfrm xmlns:a="http://schemas.openxmlformats.org/drawingml/2006/main" rot="0" flipH="0" flipV="0">
            <a:off x="781050" y="3429000"/>
            <a:ext cx="266700" cy="266700"/>
          </a:xfrm>
          <a:prstGeom xmlns:a="http://schemas.openxmlformats.org/drawingml/2006/main" prst="ellipse">
            <a:avLst/>
          </a:prstGeom>
          <a:solidFill xmlns:a="http://schemas.openxmlformats.org/drawingml/2006/main">
            <a:srgbClr val="FFEDD5"/>
          </a:solidFill>
          <a:ln xmlns:a="http://schemas.openxmlformats.org/drawingml/2006/main">
            <a:noFill/>
          </a:ln>
        </p:spPr>
        <p:txBody>
          <a:bodyPr xmlns:a="http://schemas.openxmlformats.org/drawingml/2006/main" spcFirstLastPara="1" wrap="square" lIns="0" tIns="0" rIns="0" bIns="0" anchor="ctr">
            <a:noAutofit/>
          </a:bodyPr>
          <a:lstStyle xmlns:a="http://schemas.openxmlformats.org/drawingml/2006/main"/>
          <a:p xmlns:a="http://schemas.openxmlformats.org/drawingml/2006/main">
            <a:pPr marL="0" lvl="0" indent="0" algn="l">
              <a:spcBef>
                <a:spcPts val="0"/>
              </a:spcBef>
              <a:spcAft>
                <a:spcPts val="0"/>
              </a:spcAft>
              <a:buNone/>
            </a:pPr>
            <a:endParaRPr/>
          </a:p>
        </p:txBody>
      </p:sp>
      <p:sp>
        <p:nvSpPr>
          <p:cNvPr id="127" name="Google Shape;127;p15">
            <a:extLst xmlns:a="http://schemas.openxmlformats.org/drawingml/2006/main">
              <a:ext uri="{FF2B5EF4-FFF2-40B4-BE49-F238E27FC236}">
                <a16:creationId xmlns:a16="http://schemas.microsoft.com/office/drawing/2014/main" id="{FB73E313-7EEE-4767-8F1B-E2AE8DE4FA73}"/>
              </a:ext>
            </a:extLst>
          </p:cNvPr>
          <p:cNvSpPr>
            <a:spLocks xmlns:a="http://schemas.openxmlformats.org/drawingml/2006/main" noGrp="1"/>
          </p:cNvSpPr>
          <p:nvPr/>
        </p:nvSpPr>
        <p:spPr>
          <a:xfrm xmlns:a="http://schemas.openxmlformats.org/drawingml/2006/main" rot="0" flipH="0" flipV="0">
            <a:off x="781050" y="3429000"/>
            <a:ext cx="266700" cy="2667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ctr">
            <a:noAutofit/>
          </a:bodyPr>
          <a:lstStyle xmlns:a="http://schemas.openxmlformats.org/drawingml/2006/main"/>
          <a:p xmlns:a="http://schemas.openxmlformats.org/drawingml/2006/main">
            <a:pPr marL="0" lvl="0" indent="0" algn="ctr">
              <a:spcBef>
                <a:spcPts val="0"/>
              </a:spcBef>
              <a:spcAft>
                <a:spcPts val="0"/>
              </a:spcAft>
              <a:buNone/>
            </a:pPr>
            <a:r>
              <a:rPr sz="1000" b="1">
                <a:solidFill>
                  <a:srgbClr val="EA580C"/>
                </a:solidFill>
                <a:latin typeface="Arial"/>
                <a:ea typeface="Arial"/>
                <a:cs typeface="Arial"/>
              </a:rPr>
              <a:t>04</a:t>
            </a:r>
            <a:endParaRPr sz="1000" b="1">
              <a:solidFill>
                <a:srgbClr val="EA580C"/>
              </a:solidFill>
              <a:latin typeface="Arial"/>
              <a:ea typeface="Arial"/>
              <a:cs typeface="Arial"/>
            </a:endParaRPr>
          </a:p>
        </p:txBody>
      </p:sp>
      <p:sp>
        <p:nvSpPr>
          <p:cNvPr id="128" name="Google Shape;128;p15">
            <a:extLst xmlns:a="http://schemas.openxmlformats.org/drawingml/2006/main">
              <a:ext uri="{FF2B5EF4-FFF2-40B4-BE49-F238E27FC236}">
                <a16:creationId xmlns:a16="http://schemas.microsoft.com/office/drawing/2014/main" id="{D1EE2AE7-7968-4932-A1D0-30914DAF975D}"/>
              </a:ext>
            </a:extLst>
          </p:cNvPr>
          <p:cNvSpPr>
            <a:spLocks xmlns:a="http://schemas.openxmlformats.org/drawingml/2006/main" noGrp="1"/>
          </p:cNvSpPr>
          <p:nvPr/>
        </p:nvSpPr>
        <p:spPr>
          <a:xfrm xmlns:a="http://schemas.openxmlformats.org/drawingml/2006/main" rot="0" flipH="0" flipV="0">
            <a:off x="1190625" y="3286125"/>
            <a:ext cx="4762500" cy="5526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ctr">
            <a:noAutofit/>
          </a:bodyPr>
          <a:lstStyle xmlns:a="http://schemas.openxmlformats.org/drawingml/2006/main"/>
          <a:p xmlns:a="http://schemas.openxmlformats.org/drawingml/2006/main">
            <a:pPr marL="0" lvl="0" indent="0" algn="ctr">
              <a:spcBef>
                <a:spcPts val="0"/>
              </a:spcBef>
              <a:spcAft>
                <a:spcPts val="0"/>
              </a:spcAft>
              <a:buNone/>
            </a:pPr>
            <a:r>
              <a:rPr sz="1400" b="1">
                <a:solidFill>
                  <a:srgbClr val="0F172A"/>
                </a:solidFill>
                <a:latin typeface="Arial"/>
                <a:ea typeface="Arial"/>
                <a:cs typeface="Arial"/>
              </a:rPr>
              <a:t>Nguyễn Minh Phúc</a:t>
            </a:r>
            <a:endParaRPr sz="1400" b="1">
              <a:solidFill>
                <a:srgbClr val="0F172A"/>
              </a:solidFill>
              <a:latin typeface="Arial"/>
              <a:ea typeface="Arial"/>
              <a:cs typeface="Arial"/>
            </a:endParaRPr>
          </a:p>
        </p:txBody>
      </p:sp>
      <p:sp>
        <p:nvSpPr>
          <p:cNvPr id="129" name="Google Shape;129;p15">
            <a:extLst xmlns:a="http://schemas.openxmlformats.org/drawingml/2006/main">
              <a:ext uri="{FF2B5EF4-FFF2-40B4-BE49-F238E27FC236}">
                <a16:creationId xmlns:a16="http://schemas.microsoft.com/office/drawing/2014/main" id="{1A1E7E65-C5B1-4CC6-8837-EB55F2E3E7A1}"/>
              </a:ext>
            </a:extLst>
          </p:cNvPr>
          <p:cNvSpPr>
            <a:spLocks xmlns:a="http://schemas.openxmlformats.org/drawingml/2006/main" noGrp="1"/>
          </p:cNvSpPr>
          <p:nvPr/>
        </p:nvSpPr>
        <p:spPr>
          <a:xfrm xmlns:a="http://schemas.openxmlformats.org/drawingml/2006/main" rot="0" flipH="0" flipV="0">
            <a:off x="6286500" y="3286125"/>
            <a:ext cx="1905000" cy="5526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ctr">
            <a:noAutofit/>
          </a:bodyPr>
          <a:lstStyle xmlns:a="http://schemas.openxmlformats.org/drawingml/2006/main"/>
          <a:p xmlns:a="http://schemas.openxmlformats.org/drawingml/2006/main">
            <a:pPr marL="0" lvl="0" indent="0" algn="ctr">
              <a:spcBef>
                <a:spcPts val="0"/>
              </a:spcBef>
              <a:spcAft>
                <a:spcPts val="0"/>
              </a:spcAft>
              <a:buNone/>
            </a:pPr>
            <a:r>
              <a:rPr sz="1200" b="0">
                <a:solidFill>
                  <a:srgbClr val="EA580C"/>
                </a:solidFill>
                <a:latin typeface="Arial"/>
                <a:ea typeface="Arial"/>
                <a:cs typeface="Arial"/>
              </a:rPr>
              <a:t>25410285</a:t>
            </a:r>
            <a:endParaRPr sz="1200" b="0">
              <a:solidFill>
                <a:srgbClr val="EA580C"/>
              </a:solidFill>
              <a:latin typeface="Arial"/>
              <a:ea typeface="Arial"/>
              <a:cs typeface="Arial"/>
            </a:endParaRPr>
          </a:p>
        </p:txBody>
      </p:sp>
      <p:sp>
        <p:nvSpPr>
          <p:cNvPr id="131" name="Google Shape;131;p15">
            <a:extLst xmlns:a="http://schemas.openxmlformats.org/drawingml/2006/main">
              <a:ext uri="{FF2B5EF4-FFF2-40B4-BE49-F238E27FC236}">
                <a16:creationId xmlns:a16="http://schemas.microsoft.com/office/drawing/2014/main" id="{A30C13D8-3572-4FBB-AB28-DE5B9F928EB2}"/>
              </a:ext>
            </a:extLst>
          </p:cNvPr>
          <p:cNvSpPr>
            <a:spLocks xmlns:a="http://schemas.openxmlformats.org/drawingml/2006/main" noGrp="1"/>
          </p:cNvSpPr>
          <p:nvPr/>
        </p:nvSpPr>
        <p:spPr>
          <a:xfrm xmlns:a="http://schemas.openxmlformats.org/drawingml/2006/main" rot="0" flipH="0" flipV="0">
            <a:off x="571500" y="3952875"/>
            <a:ext cx="8001000" cy="552600"/>
          </a:xfrm>
          <a:prstGeom xmlns:a="http://schemas.openxmlformats.org/drawingml/2006/main" prst="roundRect">
            <a:avLst>
              <a:gd name="adj" fmla="val 17241"/>
            </a:avLst>
          </a:prstGeom>
          <a:solidFill xmlns:a="http://schemas.openxmlformats.org/drawingml/2006/main">
            <a:srgbClr val="FFFFFF"/>
          </a:solidFill>
          <a:ln xmlns:a="http://schemas.openxmlformats.org/drawingml/2006/main" w="14300" cmpd="sng">
            <a:solidFill>
              <a:srgbClr val="E2E8F0"/>
            </a:solidFill>
            <a:prstDash val="solid"/>
            <a:headEnd type="none" w="sm" len="sm"/>
            <a:tailEnd type="none" w="sm" len="sm"/>
          </a:ln>
        </p:spPr>
        <p:txBody>
          <a:bodyPr xmlns:a="http://schemas.openxmlformats.org/drawingml/2006/main" spcFirstLastPara="1" wrap="square" lIns="0" tIns="0" rIns="0" bIns="0" anchor="ctr">
            <a:noAutofit/>
          </a:bodyPr>
          <a:lstStyle xmlns:a="http://schemas.openxmlformats.org/drawingml/2006/main"/>
          <a:p xmlns:a="http://schemas.openxmlformats.org/drawingml/2006/main">
            <a:pPr marL="0" lvl="0" indent="0" algn="l">
              <a:spcBef>
                <a:spcPts val="0"/>
              </a:spcBef>
              <a:spcAft>
                <a:spcPts val="0"/>
              </a:spcAft>
              <a:buNone/>
            </a:pPr>
            <a:endParaRPr/>
          </a:p>
        </p:txBody>
      </p:sp>
      <p:sp>
        <p:nvSpPr>
          <p:cNvPr id="132" name="Google Shape;132;p15">
            <a:extLst xmlns:a="http://schemas.openxmlformats.org/drawingml/2006/main">
              <a:ext uri="{FF2B5EF4-FFF2-40B4-BE49-F238E27FC236}">
                <a16:creationId xmlns:a16="http://schemas.microsoft.com/office/drawing/2014/main" id="{E15035B4-1656-4F6D-B470-B1F9A25BB90B}"/>
              </a:ext>
            </a:extLst>
          </p:cNvPr>
          <p:cNvSpPr>
            <a:spLocks xmlns:a="http://schemas.openxmlformats.org/drawingml/2006/main" noGrp="1"/>
          </p:cNvSpPr>
          <p:nvPr/>
        </p:nvSpPr>
        <p:spPr>
          <a:xfrm xmlns:a="http://schemas.openxmlformats.org/drawingml/2006/main" rot="0" flipH="0" flipV="0">
            <a:off x="571500" y="3952875"/>
            <a:ext cx="57300" cy="552600"/>
          </a:xfrm>
          <a:prstGeom xmlns:a="http://schemas.openxmlformats.org/drawingml/2006/main" prst="roundRect">
            <a:avLst>
              <a:gd name="adj" fmla="val 50000"/>
            </a:avLst>
          </a:prstGeom>
          <a:solidFill xmlns:a="http://schemas.openxmlformats.org/drawingml/2006/main">
            <a:srgbClr val="16A34A"/>
          </a:solidFill>
          <a:ln xmlns:a="http://schemas.openxmlformats.org/drawingml/2006/main">
            <a:noFill/>
          </a:ln>
        </p:spPr>
        <p:txBody>
          <a:bodyPr xmlns:a="http://schemas.openxmlformats.org/drawingml/2006/main" spcFirstLastPara="1" wrap="square" lIns="0" tIns="0" rIns="0" bIns="0" anchor="ctr">
            <a:noAutofit/>
          </a:bodyPr>
          <a:lstStyle xmlns:a="http://schemas.openxmlformats.org/drawingml/2006/main"/>
          <a:p xmlns:a="http://schemas.openxmlformats.org/drawingml/2006/main">
            <a:pPr marL="0" lvl="0" indent="0" algn="l">
              <a:spcBef>
                <a:spcPts val="0"/>
              </a:spcBef>
              <a:spcAft>
                <a:spcPts val="0"/>
              </a:spcAft>
              <a:buNone/>
            </a:pPr>
            <a:endParaRPr/>
          </a:p>
        </p:txBody>
      </p:sp>
      <p:sp>
        <p:nvSpPr>
          <p:cNvPr id="133" name="Google Shape;133;p15">
            <a:extLst xmlns:a="http://schemas.openxmlformats.org/drawingml/2006/main">
              <a:ext uri="{FF2B5EF4-FFF2-40B4-BE49-F238E27FC236}">
                <a16:creationId xmlns:a16="http://schemas.microsoft.com/office/drawing/2014/main" id="{2BD48FBD-E99A-44E0-99FD-804A5E624A6E}"/>
              </a:ext>
            </a:extLst>
          </p:cNvPr>
          <p:cNvSpPr>
            <a:spLocks xmlns:a="http://schemas.openxmlformats.org/drawingml/2006/main" noGrp="1"/>
          </p:cNvSpPr>
          <p:nvPr/>
        </p:nvSpPr>
        <p:spPr>
          <a:xfrm xmlns:a="http://schemas.openxmlformats.org/drawingml/2006/main" rot="0" flipH="0" flipV="0">
            <a:off x="781050" y="4095750"/>
            <a:ext cx="266700" cy="266700"/>
          </a:xfrm>
          <a:prstGeom xmlns:a="http://schemas.openxmlformats.org/drawingml/2006/main" prst="ellipse">
            <a:avLst/>
          </a:prstGeom>
          <a:solidFill xmlns:a="http://schemas.openxmlformats.org/drawingml/2006/main">
            <a:srgbClr val="DCFCE7"/>
          </a:solidFill>
          <a:ln xmlns:a="http://schemas.openxmlformats.org/drawingml/2006/main">
            <a:noFill/>
          </a:ln>
        </p:spPr>
        <p:txBody>
          <a:bodyPr xmlns:a="http://schemas.openxmlformats.org/drawingml/2006/main" spcFirstLastPara="1" wrap="square" lIns="0" tIns="0" rIns="0" bIns="0" anchor="ctr">
            <a:noAutofit/>
          </a:bodyPr>
          <a:lstStyle xmlns:a="http://schemas.openxmlformats.org/drawingml/2006/main"/>
          <a:p xmlns:a="http://schemas.openxmlformats.org/drawingml/2006/main">
            <a:pPr marL="0" lvl="0" indent="0" algn="l">
              <a:spcBef>
                <a:spcPts val="0"/>
              </a:spcBef>
              <a:spcAft>
                <a:spcPts val="0"/>
              </a:spcAft>
              <a:buNone/>
            </a:pPr>
            <a:endParaRPr/>
          </a:p>
        </p:txBody>
      </p:sp>
      <p:sp>
        <p:nvSpPr>
          <p:cNvPr id="134" name="Google Shape;134;p15">
            <a:extLst xmlns:a="http://schemas.openxmlformats.org/drawingml/2006/main">
              <a:ext uri="{FF2B5EF4-FFF2-40B4-BE49-F238E27FC236}">
                <a16:creationId xmlns:a16="http://schemas.microsoft.com/office/drawing/2014/main" id="{908970B5-88E0-4A10-8960-8BCB09C556EF}"/>
              </a:ext>
            </a:extLst>
          </p:cNvPr>
          <p:cNvSpPr>
            <a:spLocks xmlns:a="http://schemas.openxmlformats.org/drawingml/2006/main" noGrp="1"/>
          </p:cNvSpPr>
          <p:nvPr/>
        </p:nvSpPr>
        <p:spPr>
          <a:xfrm xmlns:a="http://schemas.openxmlformats.org/drawingml/2006/main" rot="0" flipH="0" flipV="0">
            <a:off x="781050" y="4095750"/>
            <a:ext cx="266700" cy="2667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ctr">
            <a:noAutofit/>
          </a:bodyPr>
          <a:lstStyle xmlns:a="http://schemas.openxmlformats.org/drawingml/2006/main"/>
          <a:p xmlns:a="http://schemas.openxmlformats.org/drawingml/2006/main">
            <a:pPr marL="0" lvl="0" indent="0" algn="ctr">
              <a:spcBef>
                <a:spcPts val="0"/>
              </a:spcBef>
              <a:spcAft>
                <a:spcPts val="0"/>
              </a:spcAft>
              <a:buNone/>
            </a:pPr>
            <a:r>
              <a:rPr sz="1000" b="1">
                <a:solidFill>
                  <a:srgbClr val="16A34A"/>
                </a:solidFill>
                <a:latin typeface="Arial"/>
                <a:ea typeface="Arial"/>
                <a:cs typeface="Arial"/>
              </a:rPr>
              <a:t>05</a:t>
            </a:r>
            <a:endParaRPr sz="1000" b="1">
              <a:solidFill>
                <a:srgbClr val="16A34A"/>
              </a:solidFill>
              <a:latin typeface="Arial"/>
              <a:ea typeface="Arial"/>
              <a:cs typeface="Arial"/>
            </a:endParaRPr>
          </a:p>
        </p:txBody>
      </p:sp>
      <p:sp>
        <p:nvSpPr>
          <p:cNvPr id="135" name="Google Shape;135;p15">
            <a:extLst xmlns:a="http://schemas.openxmlformats.org/drawingml/2006/main">
              <a:ext uri="{FF2B5EF4-FFF2-40B4-BE49-F238E27FC236}">
                <a16:creationId xmlns:a16="http://schemas.microsoft.com/office/drawing/2014/main" id="{9972117D-96A6-45F6-ADEA-D874C804768A}"/>
              </a:ext>
            </a:extLst>
          </p:cNvPr>
          <p:cNvSpPr>
            <a:spLocks xmlns:a="http://schemas.openxmlformats.org/drawingml/2006/main" noGrp="1"/>
          </p:cNvSpPr>
          <p:nvPr/>
        </p:nvSpPr>
        <p:spPr>
          <a:xfrm xmlns:a="http://schemas.openxmlformats.org/drawingml/2006/main" rot="0" flipH="0" flipV="0">
            <a:off x="1190625" y="3952875"/>
            <a:ext cx="4762500" cy="5526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ctr">
            <a:noAutofit/>
          </a:bodyPr>
          <a:lstStyle xmlns:a="http://schemas.openxmlformats.org/drawingml/2006/main"/>
          <a:p xmlns:a="http://schemas.openxmlformats.org/drawingml/2006/main">
            <a:pPr marL="0" lvl="0" indent="0" algn="ctr">
              <a:spcBef>
                <a:spcPts val="0"/>
              </a:spcBef>
              <a:spcAft>
                <a:spcPts val="0"/>
              </a:spcAft>
              <a:buNone/>
            </a:pPr>
            <a:r>
              <a:rPr sz="1400" b="1">
                <a:solidFill>
                  <a:srgbClr val="0F172A"/>
                </a:solidFill>
                <a:latin typeface="Arial"/>
                <a:ea typeface="Arial"/>
                <a:cs typeface="Arial"/>
              </a:rPr>
              <a:t>Nguyễn Lê Thành Đạt</a:t>
            </a:r>
            <a:endParaRPr sz="1400" b="1">
              <a:solidFill>
                <a:srgbClr val="0F172A"/>
              </a:solidFill>
              <a:latin typeface="Arial"/>
              <a:ea typeface="Arial"/>
              <a:cs typeface="Arial"/>
            </a:endParaRPr>
          </a:p>
        </p:txBody>
      </p:sp>
      <p:sp>
        <p:nvSpPr>
          <p:cNvPr id="136" name="Google Shape;136;p15">
            <a:extLst xmlns:a="http://schemas.openxmlformats.org/drawingml/2006/main">
              <a:ext uri="{FF2B5EF4-FFF2-40B4-BE49-F238E27FC236}">
                <a16:creationId xmlns:a16="http://schemas.microsoft.com/office/drawing/2014/main" id="{66816A1C-5667-4A56-BCE6-917978A1E640}"/>
              </a:ext>
            </a:extLst>
          </p:cNvPr>
          <p:cNvSpPr>
            <a:spLocks xmlns:a="http://schemas.openxmlformats.org/drawingml/2006/main" noGrp="1"/>
          </p:cNvSpPr>
          <p:nvPr/>
        </p:nvSpPr>
        <p:spPr>
          <a:xfrm xmlns:a="http://schemas.openxmlformats.org/drawingml/2006/main" rot="0" flipH="0" flipV="0">
            <a:off x="6286500" y="3952875"/>
            <a:ext cx="1905000" cy="5526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ctr">
            <a:noAutofit/>
          </a:bodyPr>
          <a:lstStyle xmlns:a="http://schemas.openxmlformats.org/drawingml/2006/main"/>
          <a:p xmlns:a="http://schemas.openxmlformats.org/drawingml/2006/main">
            <a:pPr marL="0" lvl="0" indent="0" algn="ctr">
              <a:spcBef>
                <a:spcPts val="0"/>
              </a:spcBef>
              <a:spcAft>
                <a:spcPts val="0"/>
              </a:spcAft>
              <a:buNone/>
            </a:pPr>
            <a:r>
              <a:rPr sz="1200" b="0">
                <a:solidFill>
                  <a:srgbClr val="16A34A"/>
                </a:solidFill>
                <a:latin typeface="Arial"/>
                <a:ea typeface="Arial"/>
                <a:cs typeface="Arial"/>
              </a:rPr>
              <a:t>25410029</a:t>
            </a:r>
            <a:endParaRPr sz="1200" b="0">
              <a:solidFill>
                <a:srgbClr val="16A34A"/>
              </a:solidFill>
              <a:latin typeface="Arial"/>
              <a:ea typeface="Arial"/>
              <a:cs typeface="Arial"/>
            </a:endParaRPr>
          </a:p>
        </p:txBody>
      </p:sp>
    </p:spTree>
    <p:extLst>
      <p:ext uri="{BB962C8B-B14F-4D97-AF65-F5344CB8AC3E}">
        <p14:creationId xmlns:p14="http://schemas.microsoft.com/office/powerpoint/2010/main" val="1359731143"/>
      </p:ext>
    </p:extLst>
  </p:cSld>
</p:sld>
</file>

<file path=ppt/slides/slide3.xml><?xml version="1.0" encoding="utf-8"?>
<p:sld xmlns:p="http://schemas.openxmlformats.org/presentationml/2006/main">
  <p:cSld>
    <p:bg>
      <p:bgPr>
        <a:blipFill xmlns:a="http://schemas.openxmlformats.org/drawingml/2006/main">
          <a:blip xmlns:r="http://schemas.openxmlformats.org/officeDocument/2006/relationships" r:embed="R8d10dcd75ebc420e">
            <a:alphaModFix/>
          </a:blip>
          <a:stretch>
            <a:fillRect l="0" t="0" r="0" b="0"/>
          </a:stretch>
        </a:blipFill>
      </p:bgPr>
    </p:bg>
    <p:spTree>
      <p:nvGrpSpPr>
        <p:cNvPr id="1" name=""/>
        <p:cNvGrpSpPr/>
        <p:nvPr/>
      </p:nvGrpSpPr>
      <p:grpSpPr>
        <a:xfrm xmlns:a="http://schemas.openxmlformats.org/drawingml/2006/main"/>
      </p:grpSpPr>
      <p:sp>
        <p:nvSpPr>
          <p:cNvPr id="141" name="Google Shape;141;p16">
            <a:extLst xmlns:a="http://schemas.openxmlformats.org/drawingml/2006/main">
              <a:ext uri="{FF2B5EF4-FFF2-40B4-BE49-F238E27FC236}">
                <a16:creationId xmlns:a16="http://schemas.microsoft.com/office/drawing/2014/main" id="{C142BD4D-FD14-461D-B3F4-A4C412B70CF7}"/>
              </a:ext>
            </a:extLst>
          </p:cNvPr>
          <p:cNvSpPr>
            <a:spLocks xmlns:a="http://schemas.openxmlformats.org/drawingml/2006/main" noGrp="1"/>
          </p:cNvSpPr>
          <p:nvPr/>
        </p:nvSpPr>
        <p:spPr>
          <a:xfrm xmlns:a="http://schemas.openxmlformats.org/drawingml/2006/main">
            <a:off x="571500" y="381000"/>
            <a:ext cx="8001000" cy="666900"/>
          </a:xfrm>
          <a:prstGeom xmlns:a="http://schemas.openxmlformats.org/drawingml/2006/main" prst="rect">
            <a:avLst/>
          </a:prstGeom>
          <a:solidFill xmlns:a="http://schemas.openxmlformats.org/drawingml/2006/main">
            <a:srgbClr val="000000">
              <a:alpha val="0"/>
            </a:srgbClr>
          </a:solidFill>
          <a:ln xmlns:a="http://schemas.openxmlformats.org/drawingml/2006/main">
            <a:noFill/>
          </a:ln>
        </p:spPr>
        <p:txBody>
          <a:bodyPr xmlns:a="http://schemas.openxmlformats.org/drawingml/2006/main" spcFirstLastPara="1" wrap="square" lIns="0" tIns="0" rIns="0" bIns="0" anchor="t">
            <a:noAutofit/>
          </a:bodyPr>
          <a:lstStyle xmlns:a="http://schemas.openxmlformats.org/drawingml/2006/main"/>
          <a:p xmlns:a="http://schemas.openxmlformats.org/drawingml/2006/main">
            <a:pPr marL="0" lvl="0" indent="0" algn="l">
              <a:spcBef>
                <a:spcPts val="0"/>
              </a:spcBef>
              <a:spcAft>
                <a:spcPts val="0"/>
              </a:spcAft>
              <a:buNone/>
            </a:pPr>
            <a:r>
              <a:rPr sz="2600" b="1">
                <a:solidFill>
                  <a:srgbClr val="0F172A"/>
                </a:solidFill>
                <a:latin typeface="Arial"/>
                <a:ea typeface="Arial"/>
                <a:cs typeface="Arial"/>
              </a:rPr>
              <a:t>Giới Thiệu Chức Năng</a:t>
            </a:r>
            <a:endParaRPr sz="2600" b="1">
              <a:solidFill>
                <a:srgbClr val="0F172A"/>
              </a:solidFill>
              <a:latin typeface="Arial"/>
              <a:ea typeface="Arial"/>
              <a:cs typeface="Arial"/>
            </a:endParaRPr>
          </a:p>
          <a:p xmlns:a="http://schemas.openxmlformats.org/drawingml/2006/main">
            <a:pPr marL="0" lvl="0" indent="0" algn="l">
              <a:spcBef>
                <a:spcPts val="450"/>
              </a:spcBef>
              <a:spcAft>
                <a:spcPts val="0"/>
              </a:spcAft>
              <a:buNone/>
            </a:pPr>
            <a:r>
              <a:rPr sz="1300" b="0">
                <a:solidFill>
                  <a:srgbClr val="64748B"/>
                </a:solidFill>
                <a:latin typeface="Arial"/>
                <a:ea typeface="Arial"/>
                <a:cs typeface="Arial"/>
              </a:rPr>
              <a:t>Tổng quan về các tính năng cốt lõi của hệ thống xử lý email</a:t>
            </a:r>
            <a:endParaRPr sz="1300" b="0">
              <a:solidFill>
                <a:srgbClr val="64748B"/>
              </a:solidFill>
              <a:latin typeface="Arial"/>
              <a:ea typeface="Arial"/>
              <a:cs typeface="Arial"/>
            </a:endParaRPr>
          </a:p>
        </p:txBody>
      </p:sp>
      <p:sp>
        <p:nvSpPr>
          <p:cNvPr id="143" name="Google Shape;143;p16">
            <a:extLst xmlns:a="http://schemas.openxmlformats.org/drawingml/2006/main">
              <a:ext uri="{FF2B5EF4-FFF2-40B4-BE49-F238E27FC236}">
                <a16:creationId xmlns:a16="http://schemas.microsoft.com/office/drawing/2014/main" id="{60FB3391-72EC-4B86-9218-3B803B98DCBB}"/>
              </a:ext>
            </a:extLst>
          </p:cNvPr>
          <p:cNvSpPr>
            <a:spLocks xmlns:a="http://schemas.openxmlformats.org/drawingml/2006/main" noGrp="1"/>
          </p:cNvSpPr>
          <p:nvPr/>
        </p:nvSpPr>
        <p:spPr>
          <a:xfrm xmlns:a="http://schemas.openxmlformats.org/drawingml/2006/main" rot="0" flipH="0" flipV="0">
            <a:off x="476250" y="1285875"/>
            <a:ext cx="2476500" cy="3333900"/>
          </a:xfrm>
          <a:prstGeom xmlns:a="http://schemas.openxmlformats.org/drawingml/2006/main" prst="roundRect">
            <a:avLst>
              <a:gd name="adj" fmla="val 6153"/>
            </a:avLst>
          </a:prstGeom>
          <a:solidFill xmlns:a="http://schemas.openxmlformats.org/drawingml/2006/main">
            <a:srgbClr val="FFFFFF"/>
          </a:solidFill>
          <a:ln xmlns:a="http://schemas.openxmlformats.org/drawingml/2006/main" w="14300" cmpd="sng">
            <a:solidFill>
              <a:srgbClr val="E2E8F0"/>
            </a:solidFill>
            <a:prstDash val="solid"/>
            <a:headEnd type="none" w="sm" len="sm"/>
            <a:tailEnd type="none" w="sm" len="sm"/>
          </a:ln>
        </p:spPr>
        <p:txBody>
          <a:bodyPr xmlns:a="http://schemas.openxmlformats.org/drawingml/2006/main" spcFirstLastPara="1" wrap="square" lIns="0" tIns="0" rIns="0" bIns="0" anchor="ctr">
            <a:noAutofit/>
          </a:bodyPr>
          <a:lstStyle xmlns:a="http://schemas.openxmlformats.org/drawingml/2006/main"/>
          <a:p xmlns:a="http://schemas.openxmlformats.org/drawingml/2006/main">
            <a:pPr marL="0" lvl="0" indent="0" algn="l">
              <a:spcBef>
                <a:spcPts val="0"/>
              </a:spcBef>
              <a:spcAft>
                <a:spcPts val="0"/>
              </a:spcAft>
              <a:buNone/>
            </a:pPr>
            <a:endParaRPr/>
          </a:p>
        </p:txBody>
      </p:sp>
      <p:sp>
        <p:nvSpPr>
          <p:cNvPr id="144" name="Google Shape;144;p16">
            <a:extLst xmlns:a="http://schemas.openxmlformats.org/drawingml/2006/main">
              <a:ext uri="{FF2B5EF4-FFF2-40B4-BE49-F238E27FC236}">
                <a16:creationId xmlns:a16="http://schemas.microsoft.com/office/drawing/2014/main" id="{EADC7D50-8279-4498-9B3A-54C325EF9261}"/>
              </a:ext>
            </a:extLst>
          </p:cNvPr>
          <p:cNvSpPr>
            <a:spLocks xmlns:a="http://schemas.openxmlformats.org/drawingml/2006/main" noGrp="1"/>
          </p:cNvSpPr>
          <p:nvPr/>
        </p:nvSpPr>
        <p:spPr>
          <a:xfrm xmlns:a="http://schemas.openxmlformats.org/drawingml/2006/main" rot="0" flipH="0" flipV="0">
            <a:off x="476250" y="1285875"/>
            <a:ext cx="2476500" cy="57300"/>
          </a:xfrm>
          <a:prstGeom xmlns:a="http://schemas.openxmlformats.org/drawingml/2006/main" prst="roundRect">
            <a:avLst>
              <a:gd name="adj" fmla="val 50000"/>
            </a:avLst>
          </a:prstGeom>
          <a:solidFill xmlns:a="http://schemas.openxmlformats.org/drawingml/2006/main">
            <a:srgbClr val="2563EB"/>
          </a:solidFill>
          <a:ln xmlns:a="http://schemas.openxmlformats.org/drawingml/2006/main">
            <a:noFill/>
          </a:ln>
        </p:spPr>
        <p:txBody>
          <a:bodyPr xmlns:a="http://schemas.openxmlformats.org/drawingml/2006/main" spcFirstLastPara="1" wrap="square" lIns="0" tIns="0" rIns="0" bIns="0" anchor="ctr">
            <a:noAutofit/>
          </a:bodyPr>
          <a:lstStyle xmlns:a="http://schemas.openxmlformats.org/drawingml/2006/main"/>
          <a:p xmlns:a="http://schemas.openxmlformats.org/drawingml/2006/main">
            <a:pPr marL="0" lvl="0" indent="0" algn="l">
              <a:spcBef>
                <a:spcPts val="0"/>
              </a:spcBef>
              <a:spcAft>
                <a:spcPts val="0"/>
              </a:spcAft>
              <a:buNone/>
            </a:pPr>
            <a:endParaRPr/>
          </a:p>
        </p:txBody>
      </p:sp>
      <p:sp>
        <p:nvSpPr>
          <p:cNvPr id="145" name="Google Shape;145;p16">
            <a:extLst xmlns:a="http://schemas.openxmlformats.org/drawingml/2006/main">
              <a:ext uri="{FF2B5EF4-FFF2-40B4-BE49-F238E27FC236}">
                <a16:creationId xmlns:a16="http://schemas.microsoft.com/office/drawing/2014/main" id="{947717D3-B657-4618-9BC4-E0929F227FBA}"/>
              </a:ext>
            </a:extLst>
          </p:cNvPr>
          <p:cNvSpPr>
            <a:spLocks xmlns:a="http://schemas.openxmlformats.org/drawingml/2006/main" noGrp="1"/>
          </p:cNvSpPr>
          <p:nvPr/>
        </p:nvSpPr>
        <p:spPr>
          <a:xfrm xmlns:a="http://schemas.openxmlformats.org/drawingml/2006/main" rot="0" flipH="0" flipV="0">
            <a:off x="666750" y="1514475"/>
            <a:ext cx="457200" cy="457200"/>
          </a:xfrm>
          <a:prstGeom xmlns:a="http://schemas.openxmlformats.org/drawingml/2006/main" prst="ellipse">
            <a:avLst/>
          </a:prstGeom>
          <a:solidFill xmlns:a="http://schemas.openxmlformats.org/drawingml/2006/main">
            <a:srgbClr val="EFF6FF"/>
          </a:solidFill>
          <a:ln xmlns:a="http://schemas.openxmlformats.org/drawingml/2006/main">
            <a:noFill/>
          </a:ln>
        </p:spPr>
        <p:txBody>
          <a:bodyPr xmlns:a="http://schemas.openxmlformats.org/drawingml/2006/main" spcFirstLastPara="1" wrap="square" lIns="0" tIns="0" rIns="0" bIns="0" anchor="ctr">
            <a:noAutofit/>
          </a:bodyPr>
          <a:lstStyle xmlns:a="http://schemas.openxmlformats.org/drawingml/2006/main"/>
          <a:p xmlns:a="http://schemas.openxmlformats.org/drawingml/2006/main">
            <a:pPr marL="0" lvl="0" indent="0" algn="l">
              <a:spcBef>
                <a:spcPts val="0"/>
              </a:spcBef>
              <a:spcAft>
                <a:spcPts val="0"/>
              </a:spcAft>
              <a:buNone/>
            </a:pPr>
            <a:endParaRPr/>
          </a:p>
        </p:txBody>
      </p:sp>
      <p:sp>
        <p:nvSpPr>
          <p:cNvPr id="147" name="Google Shape;147;p16">
            <a:extLst xmlns:a="http://schemas.openxmlformats.org/drawingml/2006/main">
              <a:ext uri="{FF2B5EF4-FFF2-40B4-BE49-F238E27FC236}">
                <a16:creationId xmlns:a16="http://schemas.microsoft.com/office/drawing/2014/main" id="{651FC0F2-3B51-4288-AE69-7020A9E13A0C}"/>
              </a:ext>
            </a:extLst>
          </p:cNvPr>
          <p:cNvSpPr>
            <a:spLocks xmlns:a="http://schemas.openxmlformats.org/drawingml/2006/main" noGrp="1"/>
          </p:cNvSpPr>
          <p:nvPr/>
        </p:nvSpPr>
        <p:spPr>
          <a:xfrm xmlns:a="http://schemas.openxmlformats.org/drawingml/2006/main" rot="0" flipH="0" flipV="0">
            <a:off x="666750" y="2085975"/>
            <a:ext cx="2095500" cy="2343300"/>
          </a:xfrm>
          <a:prstGeom xmlns:a="http://schemas.openxmlformats.org/drawingml/2006/main" prst="rect">
            <a:avLst/>
          </a:prstGeom>
          <a:solidFill xmlns:a="http://schemas.openxmlformats.org/drawingml/2006/main">
            <a:srgbClr val="000000">
              <a:alpha val="0"/>
            </a:srgbClr>
          </a:solidFill>
          <a:ln xmlns:a="http://schemas.openxmlformats.org/drawingml/2006/main">
            <a:noFill/>
          </a:ln>
        </p:spPr>
        <p:txBody>
          <a:bodyPr xmlns:a="http://schemas.openxmlformats.org/drawingml/2006/main" spcFirstLastPara="1" wrap="square" lIns="0" tIns="0" rIns="0" bIns="0" anchor="t">
            <a:noAutofit/>
          </a:bodyPr>
          <a:lstStyle xmlns:a="http://schemas.openxmlformats.org/drawingml/2006/main"/>
          <a:p xmlns:a="http://schemas.openxmlformats.org/drawingml/2006/main">
            <a:pPr>
              <a:spcAft>
                <a:spcPts val="650"/>
              </a:spcAft>
            </a:pPr>
            <a:r>
              <a:rPr sz="1275" b="1">
                <a:solidFill>
                  <a:srgbClr val="0F172A"/>
                </a:solidFill>
                <a:latin typeface="Arial"/>
                <a:ea typeface="Arial"/>
                <a:cs typeface="Arial"/>
              </a:rPr>
              <a:t>Phân loại tiếng Việt và Anh</a:t>
            </a:r>
          </a:p>
          <a:p xmlns:a="http://schemas.openxmlformats.org/drawingml/2006/main">
            <a:r>
              <a:rPr sz="1125" b="0">
                <a:solidFill>
                  <a:srgbClr val="334155"/>
                </a:solidFill>
                <a:latin typeface="Arial"/>
                <a:ea typeface="Arial"/>
                <a:cs typeface="Arial"/>
              </a:rPr>
              <a:t>TF-IDF và MultinomialNB dự đoán SPAM / NOT_SPAM, kèm confidence.
Tiền xử lý giữ dấu tiếng Việt.</a:t>
            </a:r>
          </a:p>
        </p:txBody>
      </p:sp>
      <p:sp>
        <p:nvSpPr>
          <p:cNvPr id="149" name="Google Shape;149;p16">
            <a:extLst xmlns:a="http://schemas.openxmlformats.org/drawingml/2006/main">
              <a:ext uri="{FF2B5EF4-FFF2-40B4-BE49-F238E27FC236}">
                <a16:creationId xmlns:a16="http://schemas.microsoft.com/office/drawing/2014/main" id="{EBFBAC9E-45FF-486C-B485-E685C8955F93}"/>
              </a:ext>
            </a:extLst>
          </p:cNvPr>
          <p:cNvSpPr>
            <a:spLocks xmlns:a="http://schemas.openxmlformats.org/drawingml/2006/main" noGrp="1"/>
          </p:cNvSpPr>
          <p:nvPr/>
        </p:nvSpPr>
        <p:spPr>
          <a:xfrm xmlns:a="http://schemas.openxmlformats.org/drawingml/2006/main" rot="0" flipH="0" flipV="0">
            <a:off x="3333750" y="1285875"/>
            <a:ext cx="2476500" cy="3333900"/>
          </a:xfrm>
          <a:prstGeom xmlns:a="http://schemas.openxmlformats.org/drawingml/2006/main" prst="roundRect">
            <a:avLst>
              <a:gd name="adj" fmla="val 6153"/>
            </a:avLst>
          </a:prstGeom>
          <a:solidFill xmlns:a="http://schemas.openxmlformats.org/drawingml/2006/main">
            <a:srgbClr val="FFFFFF"/>
          </a:solidFill>
          <a:ln xmlns:a="http://schemas.openxmlformats.org/drawingml/2006/main" w="14300" cmpd="sng">
            <a:solidFill>
              <a:srgbClr val="E2E8F0"/>
            </a:solidFill>
            <a:prstDash val="solid"/>
            <a:headEnd type="none" w="sm" len="sm"/>
            <a:tailEnd type="none" w="sm" len="sm"/>
          </a:ln>
        </p:spPr>
        <p:txBody>
          <a:bodyPr xmlns:a="http://schemas.openxmlformats.org/drawingml/2006/main" spcFirstLastPara="1" wrap="square" lIns="0" tIns="0" rIns="0" bIns="0" anchor="ctr">
            <a:noAutofit/>
          </a:bodyPr>
          <a:lstStyle xmlns:a="http://schemas.openxmlformats.org/drawingml/2006/main"/>
          <a:p xmlns:a="http://schemas.openxmlformats.org/drawingml/2006/main">
            <a:pPr marL="0" lvl="0" indent="0" algn="l">
              <a:spcBef>
                <a:spcPts val="0"/>
              </a:spcBef>
              <a:spcAft>
                <a:spcPts val="0"/>
              </a:spcAft>
              <a:buNone/>
            </a:pPr>
            <a:endParaRPr/>
          </a:p>
        </p:txBody>
      </p:sp>
      <p:sp>
        <p:nvSpPr>
          <p:cNvPr id="150" name="Google Shape;150;p16">
            <a:extLst xmlns:a="http://schemas.openxmlformats.org/drawingml/2006/main">
              <a:ext uri="{FF2B5EF4-FFF2-40B4-BE49-F238E27FC236}">
                <a16:creationId xmlns:a16="http://schemas.microsoft.com/office/drawing/2014/main" id="{7EF911F4-955B-45B7-A7B5-F51CE99802E7}"/>
              </a:ext>
            </a:extLst>
          </p:cNvPr>
          <p:cNvSpPr>
            <a:spLocks xmlns:a="http://schemas.openxmlformats.org/drawingml/2006/main" noGrp="1"/>
          </p:cNvSpPr>
          <p:nvPr/>
        </p:nvSpPr>
        <p:spPr>
          <a:xfrm xmlns:a="http://schemas.openxmlformats.org/drawingml/2006/main" rot="0" flipH="0" flipV="0">
            <a:off x="3333750" y="1285875"/>
            <a:ext cx="2476500" cy="57300"/>
          </a:xfrm>
          <a:prstGeom xmlns:a="http://schemas.openxmlformats.org/drawingml/2006/main" prst="roundRect">
            <a:avLst>
              <a:gd name="adj" fmla="val 50000"/>
            </a:avLst>
          </a:prstGeom>
          <a:solidFill xmlns:a="http://schemas.openxmlformats.org/drawingml/2006/main">
            <a:srgbClr val="0D9488"/>
          </a:solidFill>
          <a:ln xmlns:a="http://schemas.openxmlformats.org/drawingml/2006/main">
            <a:noFill/>
          </a:ln>
        </p:spPr>
        <p:txBody>
          <a:bodyPr xmlns:a="http://schemas.openxmlformats.org/drawingml/2006/main" spcFirstLastPara="1" wrap="square" lIns="0" tIns="0" rIns="0" bIns="0" anchor="ctr">
            <a:noAutofit/>
          </a:bodyPr>
          <a:lstStyle xmlns:a="http://schemas.openxmlformats.org/drawingml/2006/main"/>
          <a:p xmlns:a="http://schemas.openxmlformats.org/drawingml/2006/main">
            <a:pPr marL="0" lvl="0" indent="0" algn="l">
              <a:spcBef>
                <a:spcPts val="0"/>
              </a:spcBef>
              <a:spcAft>
                <a:spcPts val="0"/>
              </a:spcAft>
              <a:buNone/>
            </a:pPr>
            <a:endParaRPr/>
          </a:p>
        </p:txBody>
      </p:sp>
      <p:sp>
        <p:nvSpPr>
          <p:cNvPr id="151" name="Google Shape;151;p16">
            <a:extLst xmlns:a="http://schemas.openxmlformats.org/drawingml/2006/main">
              <a:ext uri="{FF2B5EF4-FFF2-40B4-BE49-F238E27FC236}">
                <a16:creationId xmlns:a16="http://schemas.microsoft.com/office/drawing/2014/main" id="{1971E786-CE9E-49FC-BBE8-0DBC8762578D}"/>
              </a:ext>
            </a:extLst>
          </p:cNvPr>
          <p:cNvSpPr>
            <a:spLocks xmlns:a="http://schemas.openxmlformats.org/drawingml/2006/main" noGrp="1"/>
          </p:cNvSpPr>
          <p:nvPr/>
        </p:nvSpPr>
        <p:spPr>
          <a:xfrm xmlns:a="http://schemas.openxmlformats.org/drawingml/2006/main" rot="0" flipH="0" flipV="0">
            <a:off x="3524250" y="1514475"/>
            <a:ext cx="457200" cy="457200"/>
          </a:xfrm>
          <a:prstGeom xmlns:a="http://schemas.openxmlformats.org/drawingml/2006/main" prst="ellipse">
            <a:avLst/>
          </a:prstGeom>
          <a:solidFill xmlns:a="http://schemas.openxmlformats.org/drawingml/2006/main">
            <a:srgbClr val="CCFBF1"/>
          </a:solidFill>
          <a:ln xmlns:a="http://schemas.openxmlformats.org/drawingml/2006/main">
            <a:noFill/>
          </a:ln>
        </p:spPr>
        <p:txBody>
          <a:bodyPr xmlns:a="http://schemas.openxmlformats.org/drawingml/2006/main" spcFirstLastPara="1" wrap="square" lIns="0" tIns="0" rIns="0" bIns="0" anchor="ctr">
            <a:noAutofit/>
          </a:bodyPr>
          <a:lstStyle xmlns:a="http://schemas.openxmlformats.org/drawingml/2006/main"/>
          <a:p xmlns:a="http://schemas.openxmlformats.org/drawingml/2006/main">
            <a:pPr marL="0" lvl="0" indent="0" algn="l">
              <a:spcBef>
                <a:spcPts val="0"/>
              </a:spcBef>
              <a:spcAft>
                <a:spcPts val="0"/>
              </a:spcAft>
              <a:buNone/>
            </a:pPr>
            <a:endParaRPr/>
          </a:p>
        </p:txBody>
      </p:sp>
      <p:sp>
        <p:nvSpPr>
          <p:cNvPr id="152" name="Google Shape;152;p16">
            <a:extLst xmlns:a="http://schemas.openxmlformats.org/drawingml/2006/main">
              <a:ext uri="{FF2B5EF4-FFF2-40B4-BE49-F238E27FC236}">
                <a16:creationId xmlns:a16="http://schemas.microsoft.com/office/drawing/2014/main" id="{6A30202B-7426-4472-9106-3930228D3D96}"/>
              </a:ext>
            </a:extLst>
          </p:cNvPr>
          <p:cNvSpPr>
            <a:spLocks xmlns:a="http://schemas.openxmlformats.org/drawingml/2006/main" noGrp="1"/>
          </p:cNvSpPr>
          <p:nvPr/>
        </p:nvSpPr>
        <p:spPr>
          <a:xfrm xmlns:a="http://schemas.openxmlformats.org/drawingml/2006/main" rot="0" flipH="0" flipV="0">
            <a:off x="3524250" y="1543685"/>
            <a:ext cx="457200" cy="457200"/>
          </a:xfrm>
          <a:prstGeom xmlns:a="http://schemas.openxmlformats.org/drawingml/2006/main" prst="rect">
            <a:avLst/>
          </a:prstGeom>
          <a:solidFill xmlns:a="http://schemas.openxmlformats.org/drawingml/2006/main">
            <a:srgbClr val="000000">
              <a:alpha val="0"/>
            </a:srgbClr>
          </a:solidFill>
          <a:ln xmlns:a="http://schemas.openxmlformats.org/drawingml/2006/main">
            <a:noFill/>
          </a:ln>
        </p:spPr>
        <p:txBody>
          <a:bodyPr xmlns:a="http://schemas.openxmlformats.org/drawingml/2006/main" spcFirstLastPara="1" wrap="square" lIns="0" tIns="0" rIns="0" bIns="0" anchor="ctr">
            <a:noAutofit/>
          </a:bodyPr>
          <a:lstStyle xmlns:a="http://schemas.openxmlformats.org/drawingml/2006/main"/>
          <a:p xmlns:a="http://schemas.openxmlformats.org/drawingml/2006/main">
            <a:pPr marL="0" lvl="0" indent="0" algn="ctr">
              <a:spcBef>
                <a:spcPts val="0"/>
              </a:spcBef>
              <a:spcAft>
                <a:spcPts val="0"/>
              </a:spcAft>
              <a:buNone/>
            </a:pPr>
            <a:endParaRPr sz="2000" b="0">
              <a:solidFill>
                <a:srgbClr val="0D9488"/>
              </a:solidFill>
              <a:latin typeface="Material Icons"/>
              <a:ea typeface="Material Icons"/>
              <a:cs typeface="Material Icons"/>
            </a:endParaRPr>
          </a:p>
        </p:txBody>
      </p:sp>
      <p:sp>
        <p:nvSpPr>
          <p:cNvPr id="153" name="Google Shape;153;p16">
            <a:extLst xmlns:a="http://schemas.openxmlformats.org/drawingml/2006/main">
              <a:ext uri="{FF2B5EF4-FFF2-40B4-BE49-F238E27FC236}">
                <a16:creationId xmlns:a16="http://schemas.microsoft.com/office/drawing/2014/main" id="{1E966E8B-75BB-414B-836A-2BFF5BCDB14E}"/>
              </a:ext>
            </a:extLst>
          </p:cNvPr>
          <p:cNvSpPr>
            <a:spLocks xmlns:a="http://schemas.openxmlformats.org/drawingml/2006/main" noGrp="1"/>
          </p:cNvSpPr>
          <p:nvPr/>
        </p:nvSpPr>
        <p:spPr>
          <a:xfrm xmlns:a="http://schemas.openxmlformats.org/drawingml/2006/main" rot="0" flipH="0" flipV="0">
            <a:off x="3524250" y="2085975"/>
            <a:ext cx="2095500" cy="2343300"/>
          </a:xfrm>
          <a:prstGeom xmlns:a="http://schemas.openxmlformats.org/drawingml/2006/main" prst="rect">
            <a:avLst/>
          </a:prstGeom>
          <a:solidFill xmlns:a="http://schemas.openxmlformats.org/drawingml/2006/main">
            <a:srgbClr val="000000">
              <a:alpha val="0"/>
            </a:srgbClr>
          </a:solidFill>
          <a:ln xmlns:a="http://schemas.openxmlformats.org/drawingml/2006/main">
            <a:noFill/>
          </a:ln>
        </p:spPr>
        <p:txBody>
          <a:bodyPr xmlns:a="http://schemas.openxmlformats.org/drawingml/2006/main" spcFirstLastPara="1" wrap="square" lIns="0" tIns="0" rIns="0" bIns="0" anchor="t">
            <a:noAutofit/>
          </a:bodyPr>
          <a:lstStyle xmlns:a="http://schemas.openxmlformats.org/drawingml/2006/main"/>
          <a:p xmlns:a="http://schemas.openxmlformats.org/drawingml/2006/main">
            <a:pPr>
              <a:spcAft>
                <a:spcPts val="650"/>
              </a:spcAft>
            </a:pPr>
            <a:r>
              <a:rPr sz="1275" b="1">
                <a:solidFill>
                  <a:srgbClr val="0F172A"/>
                </a:solidFill>
                <a:latin typeface="Arial"/>
                <a:ea typeface="Arial"/>
                <a:cs typeface="Arial"/>
              </a:rPr>
              <a:t>Lịch sử và phản hồi</a:t>
            </a:r>
          </a:p>
          <a:p xmlns:a="http://schemas.openxmlformats.org/drawingml/2006/main">
            <a:r>
              <a:rPr sz="1125" b="0">
                <a:solidFill>
                  <a:srgbClr val="334155"/>
                </a:solidFill>
                <a:latin typeface="Arial"/>
                <a:ea typeface="Arial"/>
                <a:cs typeface="Arial"/>
              </a:rPr>
              <a:t>Xem, tìm/lọc và xóa lịch sử.
Chọn nhãn đúng để cập nhật dataset. Gửi lại không tạo bản ghi trùng.</a:t>
            </a:r>
          </a:p>
        </p:txBody>
      </p:sp>
      <p:sp>
        <p:nvSpPr>
          <p:cNvPr id="155" name="Google Shape;155;p16">
            <a:extLst xmlns:a="http://schemas.openxmlformats.org/drawingml/2006/main">
              <a:ext uri="{FF2B5EF4-FFF2-40B4-BE49-F238E27FC236}">
                <a16:creationId xmlns:a16="http://schemas.microsoft.com/office/drawing/2014/main" id="{94BAF6D6-18AF-4FEA-A08B-C3565F81DFC8}"/>
              </a:ext>
            </a:extLst>
          </p:cNvPr>
          <p:cNvSpPr>
            <a:spLocks xmlns:a="http://schemas.openxmlformats.org/drawingml/2006/main" noGrp="1"/>
          </p:cNvSpPr>
          <p:nvPr/>
        </p:nvSpPr>
        <p:spPr>
          <a:xfrm xmlns:a="http://schemas.openxmlformats.org/drawingml/2006/main" rot="0" flipH="0" flipV="0">
            <a:off x="6191250" y="1285875"/>
            <a:ext cx="2476500" cy="3333900"/>
          </a:xfrm>
          <a:prstGeom xmlns:a="http://schemas.openxmlformats.org/drawingml/2006/main" prst="roundRect">
            <a:avLst>
              <a:gd name="adj" fmla="val 6153"/>
            </a:avLst>
          </a:prstGeom>
          <a:solidFill xmlns:a="http://schemas.openxmlformats.org/drawingml/2006/main">
            <a:srgbClr val="FFFFFF"/>
          </a:solidFill>
          <a:ln xmlns:a="http://schemas.openxmlformats.org/drawingml/2006/main" w="14300" cmpd="sng">
            <a:solidFill>
              <a:srgbClr val="E2E8F0"/>
            </a:solidFill>
            <a:prstDash val="solid"/>
            <a:headEnd type="none" w="sm" len="sm"/>
            <a:tailEnd type="none" w="sm" len="sm"/>
          </a:ln>
        </p:spPr>
        <p:txBody>
          <a:bodyPr xmlns:a="http://schemas.openxmlformats.org/drawingml/2006/main" spcFirstLastPara="1" wrap="square" lIns="0" tIns="0" rIns="0" bIns="0" anchor="ctr">
            <a:noAutofit/>
          </a:bodyPr>
          <a:lstStyle xmlns:a="http://schemas.openxmlformats.org/drawingml/2006/main"/>
          <a:p xmlns:a="http://schemas.openxmlformats.org/drawingml/2006/main">
            <a:pPr marL="0" lvl="0" indent="0" algn="l">
              <a:spcBef>
                <a:spcPts val="0"/>
              </a:spcBef>
              <a:spcAft>
                <a:spcPts val="0"/>
              </a:spcAft>
              <a:buNone/>
            </a:pPr>
            <a:endParaRPr/>
          </a:p>
        </p:txBody>
      </p:sp>
      <p:sp>
        <p:nvSpPr>
          <p:cNvPr id="156" name="Google Shape;156;p16">
            <a:extLst xmlns:a="http://schemas.openxmlformats.org/drawingml/2006/main">
              <a:ext uri="{FF2B5EF4-FFF2-40B4-BE49-F238E27FC236}">
                <a16:creationId xmlns:a16="http://schemas.microsoft.com/office/drawing/2014/main" id="{0811522F-640D-40C7-859A-B8DACB4ECED2}"/>
              </a:ext>
            </a:extLst>
          </p:cNvPr>
          <p:cNvSpPr>
            <a:spLocks xmlns:a="http://schemas.openxmlformats.org/drawingml/2006/main" noGrp="1"/>
          </p:cNvSpPr>
          <p:nvPr/>
        </p:nvSpPr>
        <p:spPr>
          <a:xfrm xmlns:a="http://schemas.openxmlformats.org/drawingml/2006/main" rot="0" flipH="0" flipV="0">
            <a:off x="6191250" y="1285875"/>
            <a:ext cx="2476500" cy="57300"/>
          </a:xfrm>
          <a:prstGeom xmlns:a="http://schemas.openxmlformats.org/drawingml/2006/main" prst="roundRect">
            <a:avLst>
              <a:gd name="adj" fmla="val 50000"/>
            </a:avLst>
          </a:prstGeom>
          <a:solidFill xmlns:a="http://schemas.openxmlformats.org/drawingml/2006/main">
            <a:srgbClr val="7C3AED"/>
          </a:solidFill>
          <a:ln xmlns:a="http://schemas.openxmlformats.org/drawingml/2006/main">
            <a:noFill/>
          </a:ln>
        </p:spPr>
        <p:txBody>
          <a:bodyPr xmlns:a="http://schemas.openxmlformats.org/drawingml/2006/main" spcFirstLastPara="1" wrap="square" lIns="0" tIns="0" rIns="0" bIns="0" anchor="ctr">
            <a:noAutofit/>
          </a:bodyPr>
          <a:lstStyle xmlns:a="http://schemas.openxmlformats.org/drawingml/2006/main"/>
          <a:p xmlns:a="http://schemas.openxmlformats.org/drawingml/2006/main">
            <a:pPr marL="0" lvl="0" indent="0" algn="l">
              <a:spcBef>
                <a:spcPts val="0"/>
              </a:spcBef>
              <a:spcAft>
                <a:spcPts val="0"/>
              </a:spcAft>
              <a:buNone/>
            </a:pPr>
            <a:endParaRPr/>
          </a:p>
        </p:txBody>
      </p:sp>
      <p:sp>
        <p:nvSpPr>
          <p:cNvPr id="157" name="Google Shape;157;p16">
            <a:extLst xmlns:a="http://schemas.openxmlformats.org/drawingml/2006/main">
              <a:ext uri="{FF2B5EF4-FFF2-40B4-BE49-F238E27FC236}">
                <a16:creationId xmlns:a16="http://schemas.microsoft.com/office/drawing/2014/main" id="{5326EF21-FD11-4E10-9365-AE895649DCAB}"/>
              </a:ext>
            </a:extLst>
          </p:cNvPr>
          <p:cNvSpPr>
            <a:spLocks xmlns:a="http://schemas.openxmlformats.org/drawingml/2006/main" noGrp="1"/>
          </p:cNvSpPr>
          <p:nvPr/>
        </p:nvSpPr>
        <p:spPr>
          <a:xfrm xmlns:a="http://schemas.openxmlformats.org/drawingml/2006/main" rot="0" flipH="0" flipV="0">
            <a:off x="6381750" y="1514475"/>
            <a:ext cx="457200" cy="457200"/>
          </a:xfrm>
          <a:prstGeom xmlns:a="http://schemas.openxmlformats.org/drawingml/2006/main" prst="ellipse">
            <a:avLst/>
          </a:prstGeom>
          <a:solidFill xmlns:a="http://schemas.openxmlformats.org/drawingml/2006/main">
            <a:srgbClr val="F3E8FF"/>
          </a:solidFill>
          <a:ln xmlns:a="http://schemas.openxmlformats.org/drawingml/2006/main">
            <a:noFill/>
          </a:ln>
        </p:spPr>
        <p:txBody>
          <a:bodyPr xmlns:a="http://schemas.openxmlformats.org/drawingml/2006/main" spcFirstLastPara="1" wrap="square" lIns="0" tIns="0" rIns="0" bIns="0" anchor="ctr">
            <a:noAutofit/>
          </a:bodyPr>
          <a:lstStyle xmlns:a="http://schemas.openxmlformats.org/drawingml/2006/main"/>
          <a:p xmlns:a="http://schemas.openxmlformats.org/drawingml/2006/main">
            <a:pPr marL="0" lvl="0" indent="0" algn="l">
              <a:spcBef>
                <a:spcPts val="0"/>
              </a:spcBef>
              <a:spcAft>
                <a:spcPts val="0"/>
              </a:spcAft>
              <a:buNone/>
            </a:pPr>
            <a:endParaRPr/>
          </a:p>
        </p:txBody>
      </p:sp>
      <p:sp>
        <p:nvSpPr>
          <p:cNvPr id="158" name="Google Shape;158;p16">
            <a:extLst xmlns:a="http://schemas.openxmlformats.org/drawingml/2006/main">
              <a:ext uri="{FF2B5EF4-FFF2-40B4-BE49-F238E27FC236}">
                <a16:creationId xmlns:a16="http://schemas.microsoft.com/office/drawing/2014/main" id="{6275C1D9-EC80-46CA-B943-71E93A9BEC6E}"/>
              </a:ext>
            </a:extLst>
          </p:cNvPr>
          <p:cNvSpPr>
            <a:spLocks xmlns:a="http://schemas.openxmlformats.org/drawingml/2006/main" noGrp="1"/>
          </p:cNvSpPr>
          <p:nvPr/>
        </p:nvSpPr>
        <p:spPr>
          <a:xfrm xmlns:a="http://schemas.openxmlformats.org/drawingml/2006/main" rot="0" flipH="0" flipV="0">
            <a:off x="6381750" y="1543685"/>
            <a:ext cx="457200" cy="457200"/>
          </a:xfrm>
          <a:prstGeom xmlns:a="http://schemas.openxmlformats.org/drawingml/2006/main" prst="rect">
            <a:avLst/>
          </a:prstGeom>
          <a:solidFill xmlns:a="http://schemas.openxmlformats.org/drawingml/2006/main">
            <a:srgbClr val="000000">
              <a:alpha val="0"/>
            </a:srgbClr>
          </a:solidFill>
          <a:ln xmlns:a="http://schemas.openxmlformats.org/drawingml/2006/main">
            <a:noFill/>
          </a:ln>
        </p:spPr>
        <p:txBody>
          <a:bodyPr xmlns:a="http://schemas.openxmlformats.org/drawingml/2006/main" spcFirstLastPara="1" wrap="square" lIns="0" tIns="0" rIns="0" bIns="0" anchor="ctr">
            <a:noAutofit/>
          </a:bodyPr>
          <a:lstStyle xmlns:a="http://schemas.openxmlformats.org/drawingml/2006/main"/>
          <a:p xmlns:a="http://schemas.openxmlformats.org/drawingml/2006/main">
            <a:pPr marL="0" lvl="0" indent="0" algn="ctr">
              <a:spcBef>
                <a:spcPts val="0"/>
              </a:spcBef>
              <a:spcAft>
                <a:spcPts val="0"/>
              </a:spcAft>
              <a:buNone/>
            </a:pPr>
            <a:endParaRPr sz="2000" b="0">
              <a:solidFill>
                <a:srgbClr val="7C3AED"/>
              </a:solidFill>
              <a:latin typeface="Material Icons"/>
              <a:ea typeface="Material Icons"/>
              <a:cs typeface="Material Icons"/>
            </a:endParaRPr>
          </a:p>
        </p:txBody>
      </p:sp>
      <p:sp>
        <p:nvSpPr>
          <p:cNvPr id="159" name="Google Shape;159;p16">
            <a:extLst xmlns:a="http://schemas.openxmlformats.org/drawingml/2006/main">
              <a:ext uri="{FF2B5EF4-FFF2-40B4-BE49-F238E27FC236}">
                <a16:creationId xmlns:a16="http://schemas.microsoft.com/office/drawing/2014/main" id="{AE52F76F-9CEF-4961-8C9E-E2D48609DE72}"/>
              </a:ext>
            </a:extLst>
          </p:cNvPr>
          <p:cNvSpPr>
            <a:spLocks xmlns:a="http://schemas.openxmlformats.org/drawingml/2006/main" noGrp="1"/>
          </p:cNvSpPr>
          <p:nvPr/>
        </p:nvSpPr>
        <p:spPr>
          <a:xfrm xmlns:a="http://schemas.openxmlformats.org/drawingml/2006/main" rot="0" flipH="0" flipV="0">
            <a:off x="6381750" y="2085975"/>
            <a:ext cx="2095500" cy="2343300"/>
          </a:xfrm>
          <a:prstGeom xmlns:a="http://schemas.openxmlformats.org/drawingml/2006/main" prst="rect">
            <a:avLst/>
          </a:prstGeom>
          <a:solidFill xmlns:a="http://schemas.openxmlformats.org/drawingml/2006/main">
            <a:srgbClr val="000000">
              <a:alpha val="0"/>
            </a:srgbClr>
          </a:solidFill>
          <a:ln xmlns:a="http://schemas.openxmlformats.org/drawingml/2006/main">
            <a:noFill/>
          </a:ln>
        </p:spPr>
        <p:txBody>
          <a:bodyPr xmlns:a="http://schemas.openxmlformats.org/drawingml/2006/main" spcFirstLastPara="1" wrap="square" lIns="0" tIns="0" rIns="0" bIns="0" anchor="t">
            <a:noAutofit/>
          </a:bodyPr>
          <a:lstStyle xmlns:a="http://schemas.openxmlformats.org/drawingml/2006/main"/>
          <a:p xmlns:a="http://schemas.openxmlformats.org/drawingml/2006/main">
            <a:pPr>
              <a:spcAft>
                <a:spcPts val="650"/>
              </a:spcAft>
            </a:pPr>
            <a:r>
              <a:rPr sz="1275" b="1">
                <a:solidFill>
                  <a:srgbClr val="0F172A"/>
                </a:solidFill>
                <a:latin typeface="Arial"/>
                <a:ea typeface="Arial"/>
                <a:cs typeface="Arial"/>
              </a:rPr>
              <a:t>Quản trị và Thiết lập</a:t>
            </a:r>
          </a:p>
          <a:p xmlns:a="http://schemas.openxmlformats.org/drawingml/2006/main">
            <a:r>
              <a:rPr sz="1125" b="0">
                <a:solidFill>
                  <a:srgbClr val="334155"/>
                </a:solidFill>
                <a:latin typeface="Arial"/>
                <a:ea typeface="Arial"/>
                <a:cs typeface="Arial"/>
              </a:rPr>
              <a:t>Admin/Analyst, tài khoản, hồ sơ và mật khẩu.
Dataset, seed 100k, IP/domain, train và so sánh NB/LR.</a:t>
            </a:r>
          </a:p>
        </p:txBody>
      </p:sp>
      <p:pic>
        <p:nvPicPr>
          <p:cNvPr id="178" name="Graphic 2"/>
          <p:cNvPicPr>
            <a:picLocks xmlns:a="http://schemas.openxmlformats.org/drawingml/2006/main" noChangeAspect="1"/>
          </p:cNvPicPr>
          <p:nvPr/>
        </p:nvPicPr>
        <p:blipFill>
          <a:blip xmlns:r="http://schemas.openxmlformats.org/officeDocument/2006/relationships" xmlns:a="http://schemas.openxmlformats.org/drawingml/2006/main" r:embed="Rf4cf85dc5c4f4d12">
            <a:extLst>
              <a:ext uri="{96DAC541-7B7A-43D3-8B79-37D633B846F1}">
                <asvg:svgBlip xmlns:asvg="http://schemas.microsoft.com/office/drawing/2016/SVG/main" r:embed="Rfe7284b68a914ad7"/>
              </a:ext>
            </a:extLst>
          </a:blip>
          <a:stretch xmlns:a="http://schemas.openxmlformats.org/drawingml/2006/main">
            <a:fillRect l="0" t="0" r="0" b="0"/>
          </a:stretch>
        </p:blipFill>
        <p:spPr>
          <a:xfrm xmlns:a="http://schemas.openxmlformats.org/drawingml/2006/main">
            <a:off x="781050" y="1643380"/>
            <a:ext cx="228600" cy="228600"/>
          </a:xfrm>
          <a:prstGeom xmlns:a="http://schemas.openxmlformats.org/drawingml/2006/main" prst="rect">
            <a:avLst/>
          </a:prstGeom>
        </p:spPr>
      </p:pic>
      <p:pic>
        <p:nvPicPr>
          <p:cNvPr id="179" name="Graphic 4"/>
          <p:cNvPicPr>
            <a:picLocks xmlns:a="http://schemas.openxmlformats.org/drawingml/2006/main" noChangeAspect="1"/>
          </p:cNvPicPr>
          <p:nvPr/>
        </p:nvPicPr>
        <p:blipFill>
          <a:blip xmlns:r="http://schemas.openxmlformats.org/officeDocument/2006/relationships" xmlns:a="http://schemas.openxmlformats.org/drawingml/2006/main" r:embed="R2390ae575b8e4d97">
            <a:extLst>
              <a:ext uri="{96DAC541-7B7A-43D3-8B79-37D633B846F1}">
                <asvg:svgBlip xmlns:asvg="http://schemas.microsoft.com/office/drawing/2016/SVG/main" r:embed="R1a69b4fb75b84e21"/>
              </a:ext>
            </a:extLst>
          </a:blip>
          <a:stretch xmlns:a="http://schemas.openxmlformats.org/drawingml/2006/main">
            <a:fillRect l="0" t="0" r="0" b="0"/>
          </a:stretch>
        </p:blipFill>
        <p:spPr>
          <a:xfrm xmlns:a="http://schemas.openxmlformats.org/drawingml/2006/main">
            <a:off x="3638550" y="1644205"/>
            <a:ext cx="228600" cy="228600"/>
          </a:xfrm>
          <a:prstGeom xmlns:a="http://schemas.openxmlformats.org/drawingml/2006/main" prst="rect">
            <a:avLst/>
          </a:prstGeom>
        </p:spPr>
      </p:pic>
      <p:pic>
        <p:nvPicPr>
          <p:cNvPr id="180" name="Graphic 6"/>
          <p:cNvPicPr>
            <a:picLocks xmlns:a="http://schemas.openxmlformats.org/drawingml/2006/main" noChangeAspect="1"/>
          </p:cNvPicPr>
          <p:nvPr/>
        </p:nvPicPr>
        <p:blipFill>
          <a:blip xmlns:r="http://schemas.openxmlformats.org/officeDocument/2006/relationships" xmlns:a="http://schemas.openxmlformats.org/drawingml/2006/main" r:embed="R9931580390944346">
            <a:extLst>
              <a:ext uri="{96DAC541-7B7A-43D3-8B79-37D633B846F1}">
                <asvg:svgBlip xmlns:asvg="http://schemas.microsoft.com/office/drawing/2016/SVG/main" r:embed="R71163184f7954078"/>
              </a:ext>
            </a:extLst>
          </a:blip>
          <a:stretch xmlns:a="http://schemas.openxmlformats.org/drawingml/2006/main">
            <a:fillRect l="0" t="0" r="0" b="0"/>
          </a:stretch>
        </p:blipFill>
        <p:spPr>
          <a:xfrm xmlns:a="http://schemas.openxmlformats.org/drawingml/2006/main">
            <a:off x="6496050" y="1637100"/>
            <a:ext cx="228600" cy="228600"/>
          </a:xfrm>
          <a:prstGeom xmlns:a="http://schemas.openxmlformats.org/drawingml/2006/main" prst="rect">
            <a:avLst/>
          </a:prstGeom>
        </p:spPr>
      </p:pic>
    </p:spTree>
    <p:extLst>
      <p:ext uri="{BB962C8B-B14F-4D97-AF65-F5344CB8AC3E}">
        <p14:creationId xmlns:p14="http://schemas.microsoft.com/office/powerpoint/2010/main" val="1300841711"/>
      </p:ext>
    </p:extLst>
  </p:cSld>
</p:sld>
</file>

<file path=ppt/slides/slide4.xml><?xml version="1.0" encoding="utf-8"?>
<p:sld xmlns:p="http://schemas.openxmlformats.org/presentationml/2006/main">
  <p:cSld>
    <p:spTree>
      <p:nvGrpSpPr>
        <p:cNvPr id="1" name=""/>
        <p:cNvGrpSpPr/>
        <p:nvPr/>
      </p:nvGrpSpPr>
      <p:grpSpPr>
        <a:xfrm xmlns:a="http://schemas.openxmlformats.org/drawingml/2006/main"/>
      </p:grpSpPr>
      <p:sp>
        <p:nvSpPr>
          <p:cNvPr id="164" name="Google Shape;164;p17">
            <a:extLst xmlns:a="http://schemas.openxmlformats.org/drawingml/2006/main">
              <a:ext uri="{FF2B5EF4-FFF2-40B4-BE49-F238E27FC236}">
                <a16:creationId xmlns:a16="http://schemas.microsoft.com/office/drawing/2014/main" id="{2B7B5E63-6825-4938-9E1F-02A33210C92F}"/>
              </a:ext>
            </a:extLst>
          </p:cNvPr>
          <p:cNvSpPr>
            <a:spLocks xmlns:a="http://schemas.openxmlformats.org/drawingml/2006/main" noGrp="1"/>
          </p:cNvSpPr>
          <p:nvPr/>
        </p:nvSpPr>
        <p:spPr>
          <a:xfrm xmlns:a="http://schemas.openxmlformats.org/drawingml/2006/main">
            <a:off x="0" y="0"/>
            <a:ext cx="9144000" cy="5143500"/>
          </a:xfrm>
          <a:prstGeom xmlns:a="http://schemas.openxmlformats.org/drawingml/2006/main" prst="rect">
            <a:avLst/>
          </a:prstGeom>
          <a:solidFill xmlns:a="http://schemas.openxmlformats.org/drawingml/2006/main">
            <a:srgbClr val="F8FAFC"/>
          </a:solidFill>
          <a:ln xmlns:a="http://schemas.openxmlformats.org/drawingml/2006/main">
            <a:noFill/>
          </a:ln>
        </p:spPr>
        <p:txBody>
          <a:bodyPr xmlns:a="http://schemas.openxmlformats.org/drawingml/2006/main" spcFirstLastPara="1" wrap="square" lIns="0" tIns="0" rIns="0" bIns="0" anchor="ctr">
            <a:noAutofit/>
          </a:bodyPr>
          <a:lstStyle xmlns:a="http://schemas.openxmlformats.org/drawingml/2006/main"/>
          <a:p xmlns:a="http://schemas.openxmlformats.org/drawingml/2006/main">
            <a:pPr marL="0" lvl="0" indent="0" algn="l">
              <a:spcBef>
                <a:spcPts val="0"/>
              </a:spcBef>
              <a:spcAft>
                <a:spcPts val="0"/>
              </a:spcAft>
              <a:buNone/>
            </a:pPr>
            <a:endParaRPr/>
          </a:p>
        </p:txBody>
      </p:sp>
      <p:sp>
        <p:nvSpPr>
          <p:cNvPr id="165" name="Google Shape;165;p17">
            <a:extLst xmlns:a="http://schemas.openxmlformats.org/drawingml/2006/main">
              <a:ext uri="{FF2B5EF4-FFF2-40B4-BE49-F238E27FC236}">
                <a16:creationId xmlns:a16="http://schemas.microsoft.com/office/drawing/2014/main" id="{9F43BC71-7050-457C-83E8-D60A217A8DEC}"/>
              </a:ext>
            </a:extLst>
          </p:cNvPr>
          <p:cNvSpPr>
            <a:spLocks xmlns:a="http://schemas.openxmlformats.org/drawingml/2006/main" noGrp="1"/>
          </p:cNvSpPr>
          <p:nvPr/>
        </p:nvSpPr>
        <p:spPr>
          <a:xfrm xmlns:a="http://schemas.openxmlformats.org/drawingml/2006/main">
            <a:off x="571500" y="333375"/>
            <a:ext cx="8001000" cy="6192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t">
            <a:noAutofit/>
          </a:bodyPr>
          <a:lstStyle xmlns:a="http://schemas.openxmlformats.org/drawingml/2006/main"/>
          <a:p xmlns:a="http://schemas.openxmlformats.org/drawingml/2006/main">
            <a:pPr marL="0" lvl="0" indent="0" algn="l">
              <a:spcBef>
                <a:spcPts val="0"/>
              </a:spcBef>
              <a:spcAft>
                <a:spcPts val="0"/>
              </a:spcAft>
              <a:buNone/>
            </a:pPr>
            <a:r>
              <a:rPr sz="2400" b="1">
                <a:solidFill>
                  <a:srgbClr val="0F172A"/>
                </a:solidFill>
                <a:latin typeface="Arial"/>
                <a:ea typeface="Arial"/>
                <a:cs typeface="Arial"/>
              </a:rPr>
              <a:t>Công Nghệ Sử Dụng</a:t>
            </a:r>
            <a:endParaRPr sz="2400" b="1">
              <a:solidFill>
                <a:srgbClr val="0F172A"/>
              </a:solidFill>
              <a:latin typeface="Arial"/>
              <a:ea typeface="Arial"/>
              <a:cs typeface="Arial"/>
            </a:endParaRPr>
          </a:p>
          <a:p xmlns:a="http://schemas.openxmlformats.org/drawingml/2006/main">
            <a:pPr marL="0" lvl="0" indent="0" algn="l">
              <a:spcBef>
                <a:spcPts val="300"/>
              </a:spcBef>
              <a:spcAft>
                <a:spcPts val="0"/>
              </a:spcAft>
              <a:buNone/>
            </a:pPr>
            <a:r>
              <a:rPr sz="1200">
                <a:solidFill>
                  <a:srgbClr val="64748B"/>
                </a:solidFill>
                <a:latin typeface="Arial"/>
                <a:ea typeface="Arial"/>
                <a:cs typeface="Arial"/>
              </a:rPr>
              <a:t>Các công nghệ, thư viện và công cụ nền tảng xây dựng hệ thống</a:t>
            </a:r>
            <a:endParaRPr sz="1200">
              <a:solidFill>
                <a:srgbClr val="64748B"/>
              </a:solidFill>
              <a:latin typeface="Arial"/>
              <a:ea typeface="Arial"/>
              <a:cs typeface="Arial"/>
            </a:endParaRPr>
          </a:p>
        </p:txBody>
      </p:sp>
      <p:sp>
        <p:nvSpPr>
          <p:cNvPr id="167" name="Google Shape;167;p17">
            <a:extLst xmlns:a="http://schemas.openxmlformats.org/drawingml/2006/main">
              <a:ext uri="{FF2B5EF4-FFF2-40B4-BE49-F238E27FC236}">
                <a16:creationId xmlns:a16="http://schemas.microsoft.com/office/drawing/2014/main" id="{E35C07FF-68CA-4B96-BE43-CEE78F832A54}"/>
              </a:ext>
            </a:extLst>
          </p:cNvPr>
          <p:cNvSpPr>
            <a:spLocks xmlns:a="http://schemas.openxmlformats.org/drawingml/2006/main" noGrp="1"/>
          </p:cNvSpPr>
          <p:nvPr/>
        </p:nvSpPr>
        <p:spPr>
          <a:xfrm xmlns:a="http://schemas.openxmlformats.org/drawingml/2006/main" rot="0" flipH="0" flipV="0">
            <a:off x="476250" y="1095375"/>
            <a:ext cx="2571900" cy="1714500"/>
          </a:xfrm>
          <a:prstGeom xmlns:a="http://schemas.openxmlformats.org/drawingml/2006/main" prst="roundRect">
            <a:avLst>
              <a:gd name="adj" fmla="val 6666"/>
            </a:avLst>
          </a:prstGeom>
          <a:solidFill xmlns:a="http://schemas.openxmlformats.org/drawingml/2006/main">
            <a:srgbClr val="FFFFFF"/>
          </a:solidFill>
          <a:ln xmlns:a="http://schemas.openxmlformats.org/drawingml/2006/main" w="14300" cmpd="sng">
            <a:solidFill>
              <a:srgbClr val="E2E8F0"/>
            </a:solidFill>
            <a:prstDash val="solid"/>
            <a:headEnd type="none" w="sm" len="sm"/>
            <a:tailEnd type="none" w="sm" len="sm"/>
          </a:ln>
        </p:spPr>
        <p:txBody>
          <a:bodyPr xmlns:a="http://schemas.openxmlformats.org/drawingml/2006/main" spcFirstLastPara="1" wrap="square" lIns="0" tIns="0" rIns="0" bIns="0" anchor="ctr">
            <a:noAutofit/>
          </a:bodyPr>
          <a:lstStyle xmlns:a="http://schemas.openxmlformats.org/drawingml/2006/main"/>
          <a:p xmlns:a="http://schemas.openxmlformats.org/drawingml/2006/main">
            <a:pPr marL="0" lvl="0" indent="0" algn="l">
              <a:spcBef>
                <a:spcPts val="0"/>
              </a:spcBef>
              <a:spcAft>
                <a:spcPts val="0"/>
              </a:spcAft>
              <a:buNone/>
            </a:pPr>
            <a:endParaRPr/>
          </a:p>
        </p:txBody>
      </p:sp>
      <p:sp>
        <p:nvSpPr>
          <p:cNvPr id="168" name="Google Shape;168;p17">
            <a:extLst xmlns:a="http://schemas.openxmlformats.org/drawingml/2006/main">
              <a:ext uri="{FF2B5EF4-FFF2-40B4-BE49-F238E27FC236}">
                <a16:creationId xmlns:a16="http://schemas.microsoft.com/office/drawing/2014/main" id="{B2DAE862-4760-494B-A7D3-4C8253F56448}"/>
              </a:ext>
            </a:extLst>
          </p:cNvPr>
          <p:cNvSpPr>
            <a:spLocks xmlns:a="http://schemas.openxmlformats.org/drawingml/2006/main" noGrp="1"/>
          </p:cNvSpPr>
          <p:nvPr/>
        </p:nvSpPr>
        <p:spPr>
          <a:xfrm xmlns:a="http://schemas.openxmlformats.org/drawingml/2006/main" rot="0" flipH="0" flipV="0">
            <a:off x="476250" y="1095375"/>
            <a:ext cx="2571900" cy="47700"/>
          </a:xfrm>
          <a:prstGeom xmlns:a="http://schemas.openxmlformats.org/drawingml/2006/main" prst="roundRect">
            <a:avLst>
              <a:gd name="adj" fmla="val 50000"/>
            </a:avLst>
          </a:prstGeom>
          <a:solidFill xmlns:a="http://schemas.openxmlformats.org/drawingml/2006/main">
            <a:srgbClr val="2563EB"/>
          </a:solidFill>
          <a:ln xmlns:a="http://schemas.openxmlformats.org/drawingml/2006/main">
            <a:noFill/>
          </a:ln>
        </p:spPr>
        <p:txBody>
          <a:bodyPr xmlns:a="http://schemas.openxmlformats.org/drawingml/2006/main" spcFirstLastPara="1" wrap="square" lIns="0" tIns="0" rIns="0" bIns="0" anchor="ctr">
            <a:noAutofit/>
          </a:bodyPr>
          <a:lstStyle xmlns:a="http://schemas.openxmlformats.org/drawingml/2006/main"/>
          <a:p xmlns:a="http://schemas.openxmlformats.org/drawingml/2006/main">
            <a:pPr marL="0" lvl="0" indent="0" algn="l">
              <a:spcBef>
                <a:spcPts val="0"/>
              </a:spcBef>
              <a:spcAft>
                <a:spcPts val="0"/>
              </a:spcAft>
              <a:buNone/>
            </a:pPr>
            <a:endParaRPr/>
          </a:p>
        </p:txBody>
      </p:sp>
      <p:sp>
        <p:nvSpPr>
          <p:cNvPr id="169" name="Google Shape;169;p17">
            <a:extLst xmlns:a="http://schemas.openxmlformats.org/drawingml/2006/main">
              <a:ext uri="{FF2B5EF4-FFF2-40B4-BE49-F238E27FC236}">
                <a16:creationId xmlns:a16="http://schemas.microsoft.com/office/drawing/2014/main" id="{EFFA8E11-C508-4051-AB26-CC8D0285733C}"/>
              </a:ext>
            </a:extLst>
          </p:cNvPr>
          <p:cNvSpPr>
            <a:spLocks xmlns:a="http://schemas.openxmlformats.org/drawingml/2006/main" noGrp="1"/>
          </p:cNvSpPr>
          <p:nvPr/>
        </p:nvSpPr>
        <p:spPr>
          <a:xfrm xmlns:a="http://schemas.openxmlformats.org/drawingml/2006/main" rot="0" flipH="0" flipV="0">
            <a:off x="666750" y="1238250"/>
            <a:ext cx="381000" cy="381000"/>
          </a:xfrm>
          <a:prstGeom xmlns:a="http://schemas.openxmlformats.org/drawingml/2006/main" prst="ellipse">
            <a:avLst/>
          </a:prstGeom>
          <a:solidFill xmlns:a="http://schemas.openxmlformats.org/drawingml/2006/main">
            <a:srgbClr val="EFF6FF"/>
          </a:solidFill>
          <a:ln xmlns:a="http://schemas.openxmlformats.org/drawingml/2006/main">
            <a:noFill/>
          </a:ln>
        </p:spPr>
        <p:txBody>
          <a:bodyPr xmlns:a="http://schemas.openxmlformats.org/drawingml/2006/main" spcFirstLastPara="1" wrap="square" lIns="0" tIns="0" rIns="0" bIns="0" anchor="ctr">
            <a:noAutofit/>
          </a:bodyPr>
          <a:lstStyle xmlns:a="http://schemas.openxmlformats.org/drawingml/2006/main"/>
          <a:p xmlns:a="http://schemas.openxmlformats.org/drawingml/2006/main">
            <a:pPr marL="0" lvl="0" indent="0" algn="l">
              <a:spcBef>
                <a:spcPts val="0"/>
              </a:spcBef>
              <a:spcAft>
                <a:spcPts val="0"/>
              </a:spcAft>
              <a:buNone/>
            </a:pPr>
            <a:endParaRPr/>
          </a:p>
        </p:txBody>
      </p:sp>
      <p:sp>
        <p:nvSpPr>
          <p:cNvPr id="170" name="Google Shape;170;p17">
            <a:extLst xmlns:a="http://schemas.openxmlformats.org/drawingml/2006/main">
              <a:ext uri="{FF2B5EF4-FFF2-40B4-BE49-F238E27FC236}">
                <a16:creationId xmlns:a16="http://schemas.microsoft.com/office/drawing/2014/main" id="{861469F1-BC4A-4B0C-83C6-83DF1F85DD6F}"/>
              </a:ext>
            </a:extLst>
          </p:cNvPr>
          <p:cNvSpPr>
            <a:spLocks xmlns:a="http://schemas.openxmlformats.org/drawingml/2006/main" noGrp="1"/>
          </p:cNvSpPr>
          <p:nvPr/>
        </p:nvSpPr>
        <p:spPr>
          <a:xfrm xmlns:a="http://schemas.openxmlformats.org/drawingml/2006/main" rot="0" flipH="0" flipV="0">
            <a:off x="666750" y="1267460"/>
            <a:ext cx="381000" cy="3810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ctr">
            <a:noAutofit/>
          </a:bodyPr>
          <a:lstStyle xmlns:a="http://schemas.openxmlformats.org/drawingml/2006/main"/>
          <a:p xmlns:a="http://schemas.openxmlformats.org/drawingml/2006/main">
            <a:pPr marL="0" lvl="0" indent="0" algn="ctr">
              <a:spcBef>
                <a:spcPts val="0"/>
              </a:spcBef>
              <a:spcAft>
                <a:spcPts val="0"/>
              </a:spcAft>
              <a:buNone/>
            </a:pPr>
            <a:endParaRPr sz="2000">
              <a:solidFill>
                <a:srgbClr val="2563EB"/>
              </a:solidFill>
              <a:latin typeface="Material Icons"/>
              <a:ea typeface="Material Icons"/>
              <a:cs typeface="Material Icons"/>
            </a:endParaRPr>
          </a:p>
        </p:txBody>
      </p:sp>
      <p:sp>
        <p:nvSpPr>
          <p:cNvPr id="171" name="Google Shape;171;p17">
            <a:extLst xmlns:a="http://schemas.openxmlformats.org/drawingml/2006/main">
              <a:ext uri="{FF2B5EF4-FFF2-40B4-BE49-F238E27FC236}">
                <a16:creationId xmlns:a16="http://schemas.microsoft.com/office/drawing/2014/main" id="{E805CE2C-7297-45C6-B28F-D718677E7AB4}"/>
              </a:ext>
            </a:extLst>
          </p:cNvPr>
          <p:cNvSpPr>
            <a:spLocks xmlns:a="http://schemas.openxmlformats.org/drawingml/2006/main" noGrp="1"/>
          </p:cNvSpPr>
          <p:nvPr/>
        </p:nvSpPr>
        <p:spPr>
          <a:xfrm xmlns:a="http://schemas.openxmlformats.org/drawingml/2006/main" rot="0" flipH="0" flipV="0">
            <a:off x="666750" y="1714500"/>
            <a:ext cx="2190900" cy="10002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t">
            <a:noAutofit/>
          </a:bodyPr>
          <a:lstStyle xmlns:a="http://schemas.openxmlformats.org/drawingml/2006/main"/>
          <a:p xmlns:a="http://schemas.openxmlformats.org/drawingml/2006/main">
            <a:pPr>
              <a:spcAft>
                <a:spcPts val="650"/>
              </a:spcAft>
            </a:pPr>
            <a:r>
              <a:rPr sz="1200" b="1">
                <a:solidFill>
                  <a:srgbClr val="0F172A"/>
                </a:solidFill>
                <a:latin typeface="Arial"/>
                <a:ea typeface="Arial"/>
                <a:cs typeface="Arial"/>
              </a:rPr>
              <a:t>Backend</a:t>
            </a:r>
          </a:p>
          <a:p xmlns:a="http://schemas.openxmlformats.org/drawingml/2006/main">
            <a:r>
              <a:rPr sz="1050" b="0">
                <a:solidFill>
                  <a:srgbClr val="334155"/>
                </a:solidFill>
                <a:latin typeface="Arial"/>
                <a:ea typeface="Arial"/>
                <a:cs typeface="Arial"/>
              </a:rPr>
              <a:t>Python, Flask 3.1.3 và Flask-SQLAlchemy. REST API, session và phân quyền.</a:t>
            </a:r>
          </a:p>
        </p:txBody>
      </p:sp>
      <p:sp>
        <p:nvSpPr>
          <p:cNvPr id="173" name="Google Shape;173;p17">
            <a:extLst xmlns:a="http://schemas.openxmlformats.org/drawingml/2006/main">
              <a:ext uri="{FF2B5EF4-FFF2-40B4-BE49-F238E27FC236}">
                <a16:creationId xmlns:a16="http://schemas.microsoft.com/office/drawing/2014/main" id="{7F512DF1-4128-4120-96A4-9AB4570761DA}"/>
              </a:ext>
            </a:extLst>
          </p:cNvPr>
          <p:cNvSpPr>
            <a:spLocks xmlns:a="http://schemas.openxmlformats.org/drawingml/2006/main" noGrp="1"/>
          </p:cNvSpPr>
          <p:nvPr/>
        </p:nvSpPr>
        <p:spPr>
          <a:xfrm xmlns:a="http://schemas.openxmlformats.org/drawingml/2006/main" rot="0" flipH="0" flipV="0">
            <a:off x="3286125" y="1095375"/>
            <a:ext cx="2571900" cy="1714500"/>
          </a:xfrm>
          <a:prstGeom xmlns:a="http://schemas.openxmlformats.org/drawingml/2006/main" prst="roundRect">
            <a:avLst>
              <a:gd name="adj" fmla="val 6666"/>
            </a:avLst>
          </a:prstGeom>
          <a:solidFill xmlns:a="http://schemas.openxmlformats.org/drawingml/2006/main">
            <a:srgbClr val="FFFFFF"/>
          </a:solidFill>
          <a:ln xmlns:a="http://schemas.openxmlformats.org/drawingml/2006/main" w="14300" cmpd="sng">
            <a:solidFill>
              <a:srgbClr val="E2E8F0"/>
            </a:solidFill>
            <a:prstDash val="solid"/>
            <a:headEnd type="none" w="sm" len="sm"/>
            <a:tailEnd type="none" w="sm" len="sm"/>
          </a:ln>
        </p:spPr>
        <p:txBody>
          <a:bodyPr xmlns:a="http://schemas.openxmlformats.org/drawingml/2006/main" spcFirstLastPara="1" wrap="square" lIns="0" tIns="0" rIns="0" bIns="0" anchor="ctr">
            <a:noAutofit/>
          </a:bodyPr>
          <a:lstStyle xmlns:a="http://schemas.openxmlformats.org/drawingml/2006/main"/>
          <a:p xmlns:a="http://schemas.openxmlformats.org/drawingml/2006/main">
            <a:pPr marL="0" lvl="0" indent="0" algn="l">
              <a:spcBef>
                <a:spcPts val="0"/>
              </a:spcBef>
              <a:spcAft>
                <a:spcPts val="0"/>
              </a:spcAft>
              <a:buNone/>
            </a:pPr>
            <a:endParaRPr/>
          </a:p>
        </p:txBody>
      </p:sp>
      <p:sp>
        <p:nvSpPr>
          <p:cNvPr id="174" name="Google Shape;174;p17">
            <a:extLst xmlns:a="http://schemas.openxmlformats.org/drawingml/2006/main">
              <a:ext uri="{FF2B5EF4-FFF2-40B4-BE49-F238E27FC236}">
                <a16:creationId xmlns:a16="http://schemas.microsoft.com/office/drawing/2014/main" id="{7153C549-CF27-406C-92F8-160B5FBF9748}"/>
              </a:ext>
            </a:extLst>
          </p:cNvPr>
          <p:cNvSpPr>
            <a:spLocks xmlns:a="http://schemas.openxmlformats.org/drawingml/2006/main" noGrp="1"/>
          </p:cNvSpPr>
          <p:nvPr/>
        </p:nvSpPr>
        <p:spPr>
          <a:xfrm xmlns:a="http://schemas.openxmlformats.org/drawingml/2006/main" rot="0" flipH="0" flipV="0">
            <a:off x="3286125" y="1095375"/>
            <a:ext cx="2571900" cy="47700"/>
          </a:xfrm>
          <a:prstGeom xmlns:a="http://schemas.openxmlformats.org/drawingml/2006/main" prst="roundRect">
            <a:avLst>
              <a:gd name="adj" fmla="val 50000"/>
            </a:avLst>
          </a:prstGeom>
          <a:solidFill xmlns:a="http://schemas.openxmlformats.org/drawingml/2006/main">
            <a:srgbClr val="7C3AED"/>
          </a:solidFill>
          <a:ln xmlns:a="http://schemas.openxmlformats.org/drawingml/2006/main">
            <a:noFill/>
          </a:ln>
        </p:spPr>
        <p:txBody>
          <a:bodyPr xmlns:a="http://schemas.openxmlformats.org/drawingml/2006/main" spcFirstLastPara="1" wrap="square" lIns="0" tIns="0" rIns="0" bIns="0" anchor="ctr">
            <a:noAutofit/>
          </a:bodyPr>
          <a:lstStyle xmlns:a="http://schemas.openxmlformats.org/drawingml/2006/main"/>
          <a:p xmlns:a="http://schemas.openxmlformats.org/drawingml/2006/main">
            <a:pPr marL="0" lvl="0" indent="0" algn="l">
              <a:spcBef>
                <a:spcPts val="0"/>
              </a:spcBef>
              <a:spcAft>
                <a:spcPts val="0"/>
              </a:spcAft>
              <a:buNone/>
            </a:pPr>
            <a:endParaRPr/>
          </a:p>
        </p:txBody>
      </p:sp>
      <p:sp>
        <p:nvSpPr>
          <p:cNvPr id="175" name="Google Shape;175;p17">
            <a:extLst xmlns:a="http://schemas.openxmlformats.org/drawingml/2006/main">
              <a:ext uri="{FF2B5EF4-FFF2-40B4-BE49-F238E27FC236}">
                <a16:creationId xmlns:a16="http://schemas.microsoft.com/office/drawing/2014/main" id="{5CA4AA8F-C0A5-40CD-B140-A3C479E528D6}"/>
              </a:ext>
            </a:extLst>
          </p:cNvPr>
          <p:cNvSpPr>
            <a:spLocks xmlns:a="http://schemas.openxmlformats.org/drawingml/2006/main" noGrp="1"/>
          </p:cNvSpPr>
          <p:nvPr/>
        </p:nvSpPr>
        <p:spPr>
          <a:xfrm xmlns:a="http://schemas.openxmlformats.org/drawingml/2006/main" rot="0" flipH="0" flipV="0">
            <a:off x="3476625" y="1238250"/>
            <a:ext cx="381000" cy="381000"/>
          </a:xfrm>
          <a:prstGeom xmlns:a="http://schemas.openxmlformats.org/drawingml/2006/main" prst="ellipse">
            <a:avLst/>
          </a:prstGeom>
          <a:solidFill xmlns:a="http://schemas.openxmlformats.org/drawingml/2006/main">
            <a:srgbClr val="F3E8FF"/>
          </a:solidFill>
          <a:ln xmlns:a="http://schemas.openxmlformats.org/drawingml/2006/main">
            <a:noFill/>
          </a:ln>
        </p:spPr>
        <p:txBody>
          <a:bodyPr xmlns:a="http://schemas.openxmlformats.org/drawingml/2006/main" spcFirstLastPara="1" wrap="square" lIns="0" tIns="0" rIns="0" bIns="0" anchor="ctr">
            <a:noAutofit/>
          </a:bodyPr>
          <a:lstStyle xmlns:a="http://schemas.openxmlformats.org/drawingml/2006/main"/>
          <a:p xmlns:a="http://schemas.openxmlformats.org/drawingml/2006/main">
            <a:pPr marL="0" lvl="0" indent="0" algn="l">
              <a:spcBef>
                <a:spcPts val="0"/>
              </a:spcBef>
              <a:spcAft>
                <a:spcPts val="0"/>
              </a:spcAft>
              <a:buNone/>
            </a:pPr>
            <a:endParaRPr/>
          </a:p>
        </p:txBody>
      </p:sp>
      <p:sp>
        <p:nvSpPr>
          <p:cNvPr id="176" name="Google Shape;176;p17">
            <a:extLst xmlns:a="http://schemas.openxmlformats.org/drawingml/2006/main">
              <a:ext uri="{FF2B5EF4-FFF2-40B4-BE49-F238E27FC236}">
                <a16:creationId xmlns:a16="http://schemas.microsoft.com/office/drawing/2014/main" id="{8962CB9C-1EAA-4048-A996-78AAEB08EA59}"/>
              </a:ext>
            </a:extLst>
          </p:cNvPr>
          <p:cNvSpPr>
            <a:spLocks xmlns:a="http://schemas.openxmlformats.org/drawingml/2006/main" noGrp="1"/>
          </p:cNvSpPr>
          <p:nvPr/>
        </p:nvSpPr>
        <p:spPr>
          <a:xfrm xmlns:a="http://schemas.openxmlformats.org/drawingml/2006/main" rot="0" flipH="0" flipV="0">
            <a:off x="3476625" y="1267460"/>
            <a:ext cx="381000" cy="3810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ctr">
            <a:noAutofit/>
          </a:bodyPr>
          <a:lstStyle xmlns:a="http://schemas.openxmlformats.org/drawingml/2006/main"/>
          <a:p xmlns:a="http://schemas.openxmlformats.org/drawingml/2006/main">
            <a:pPr marL="0" lvl="0" indent="0" algn="ctr">
              <a:spcBef>
                <a:spcPts val="0"/>
              </a:spcBef>
              <a:spcAft>
                <a:spcPts val="0"/>
              </a:spcAft>
              <a:buNone/>
            </a:pPr>
            <a:endParaRPr sz="2000">
              <a:solidFill>
                <a:srgbClr val="7C3AED"/>
              </a:solidFill>
              <a:latin typeface="Material Icons"/>
              <a:ea typeface="Material Icons"/>
              <a:cs typeface="Material Icons"/>
            </a:endParaRPr>
          </a:p>
        </p:txBody>
      </p:sp>
      <p:sp>
        <p:nvSpPr>
          <p:cNvPr id="177" name="Google Shape;177;p17">
            <a:extLst xmlns:a="http://schemas.openxmlformats.org/drawingml/2006/main">
              <a:ext uri="{FF2B5EF4-FFF2-40B4-BE49-F238E27FC236}">
                <a16:creationId xmlns:a16="http://schemas.microsoft.com/office/drawing/2014/main" id="{5E9B2977-3BB6-4E81-8810-E61A5E838EEB}"/>
              </a:ext>
            </a:extLst>
          </p:cNvPr>
          <p:cNvSpPr>
            <a:spLocks xmlns:a="http://schemas.openxmlformats.org/drawingml/2006/main" noGrp="1"/>
          </p:cNvSpPr>
          <p:nvPr/>
        </p:nvSpPr>
        <p:spPr>
          <a:xfrm xmlns:a="http://schemas.openxmlformats.org/drawingml/2006/main" rot="0" flipH="0" flipV="0">
            <a:off x="3476625" y="1714500"/>
            <a:ext cx="2190900" cy="10002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t">
            <a:noAutofit/>
          </a:bodyPr>
          <a:lstStyle xmlns:a="http://schemas.openxmlformats.org/drawingml/2006/main"/>
          <a:p xmlns:a="http://schemas.openxmlformats.org/drawingml/2006/main">
            <a:pPr>
              <a:spcAft>
                <a:spcPts val="650"/>
              </a:spcAft>
            </a:pPr>
            <a:r>
              <a:rPr sz="1125" b="1">
                <a:solidFill>
                  <a:srgbClr val="0F172A"/>
                </a:solidFill>
                <a:latin typeface="Arial"/>
                <a:ea typeface="Arial"/>
                <a:cs typeface="Arial"/>
              </a:rPr>
              <a:t>Machine Learning</a:t>
            </a:r>
          </a:p>
          <a:p xmlns:a="http://schemas.openxmlformats.org/drawingml/2006/main">
            <a:r>
              <a:rPr sz="975" b="0">
                <a:solidFill>
                  <a:srgbClr val="334155"/>
                </a:solidFill>
                <a:latin typeface="Arial"/>
                <a:ea typeface="Arial"/>
                <a:cs typeface="Arial"/>
              </a:rPr>
              <a:t>TF-IDF + MultinomialNB. LogisticRegression dùng để so sánh trên cùng holdout.</a:t>
            </a:r>
          </a:p>
        </p:txBody>
      </p:sp>
      <p:sp>
        <p:nvSpPr>
          <p:cNvPr id="179" name="Google Shape;179;p17">
            <a:extLst xmlns:a="http://schemas.openxmlformats.org/drawingml/2006/main">
              <a:ext uri="{FF2B5EF4-FFF2-40B4-BE49-F238E27FC236}">
                <a16:creationId xmlns:a16="http://schemas.microsoft.com/office/drawing/2014/main" id="{0C8D4D4C-2EA4-4768-8269-BBE4A097C0AC}"/>
              </a:ext>
            </a:extLst>
          </p:cNvPr>
          <p:cNvSpPr>
            <a:spLocks xmlns:a="http://schemas.openxmlformats.org/drawingml/2006/main" noGrp="1"/>
          </p:cNvSpPr>
          <p:nvPr/>
        </p:nvSpPr>
        <p:spPr>
          <a:xfrm xmlns:a="http://schemas.openxmlformats.org/drawingml/2006/main" rot="0" flipH="0" flipV="0">
            <a:off x="6096000" y="1095375"/>
            <a:ext cx="2571900" cy="1714500"/>
          </a:xfrm>
          <a:prstGeom xmlns:a="http://schemas.openxmlformats.org/drawingml/2006/main" prst="roundRect">
            <a:avLst>
              <a:gd name="adj" fmla="val 6666"/>
            </a:avLst>
          </a:prstGeom>
          <a:solidFill xmlns:a="http://schemas.openxmlformats.org/drawingml/2006/main">
            <a:srgbClr val="FFFFFF"/>
          </a:solidFill>
          <a:ln xmlns:a="http://schemas.openxmlformats.org/drawingml/2006/main" w="14300" cmpd="sng">
            <a:solidFill>
              <a:srgbClr val="E2E8F0"/>
            </a:solidFill>
            <a:prstDash val="solid"/>
            <a:headEnd type="none" w="sm" len="sm"/>
            <a:tailEnd type="none" w="sm" len="sm"/>
          </a:ln>
        </p:spPr>
        <p:txBody>
          <a:bodyPr xmlns:a="http://schemas.openxmlformats.org/drawingml/2006/main" spcFirstLastPara="1" wrap="square" lIns="0" tIns="0" rIns="0" bIns="0" anchor="ctr">
            <a:noAutofit/>
          </a:bodyPr>
          <a:lstStyle xmlns:a="http://schemas.openxmlformats.org/drawingml/2006/main"/>
          <a:p xmlns:a="http://schemas.openxmlformats.org/drawingml/2006/main">
            <a:pPr marL="0" lvl="0" indent="0" algn="l">
              <a:spcBef>
                <a:spcPts val="0"/>
              </a:spcBef>
              <a:spcAft>
                <a:spcPts val="0"/>
              </a:spcAft>
              <a:buNone/>
            </a:pPr>
            <a:endParaRPr/>
          </a:p>
        </p:txBody>
      </p:sp>
      <p:sp>
        <p:nvSpPr>
          <p:cNvPr id="180" name="Google Shape;180;p17">
            <a:extLst xmlns:a="http://schemas.openxmlformats.org/drawingml/2006/main">
              <a:ext uri="{FF2B5EF4-FFF2-40B4-BE49-F238E27FC236}">
                <a16:creationId xmlns:a16="http://schemas.microsoft.com/office/drawing/2014/main" id="{B6016716-80E3-4005-8277-246D4693CB03}"/>
              </a:ext>
            </a:extLst>
          </p:cNvPr>
          <p:cNvSpPr>
            <a:spLocks xmlns:a="http://schemas.openxmlformats.org/drawingml/2006/main" noGrp="1"/>
          </p:cNvSpPr>
          <p:nvPr/>
        </p:nvSpPr>
        <p:spPr>
          <a:xfrm xmlns:a="http://schemas.openxmlformats.org/drawingml/2006/main" rot="0" flipH="0" flipV="0">
            <a:off x="6096000" y="1095375"/>
            <a:ext cx="2571900" cy="47700"/>
          </a:xfrm>
          <a:prstGeom xmlns:a="http://schemas.openxmlformats.org/drawingml/2006/main" prst="roundRect">
            <a:avLst>
              <a:gd name="adj" fmla="val 50000"/>
            </a:avLst>
          </a:prstGeom>
          <a:solidFill xmlns:a="http://schemas.openxmlformats.org/drawingml/2006/main">
            <a:srgbClr val="0D9488"/>
          </a:solidFill>
          <a:ln xmlns:a="http://schemas.openxmlformats.org/drawingml/2006/main">
            <a:noFill/>
          </a:ln>
        </p:spPr>
        <p:txBody>
          <a:bodyPr xmlns:a="http://schemas.openxmlformats.org/drawingml/2006/main" spcFirstLastPara="1" wrap="square" lIns="0" tIns="0" rIns="0" bIns="0" anchor="ctr">
            <a:noAutofit/>
          </a:bodyPr>
          <a:lstStyle xmlns:a="http://schemas.openxmlformats.org/drawingml/2006/main"/>
          <a:p xmlns:a="http://schemas.openxmlformats.org/drawingml/2006/main">
            <a:pPr marL="0" lvl="0" indent="0" algn="l">
              <a:spcBef>
                <a:spcPts val="0"/>
              </a:spcBef>
              <a:spcAft>
                <a:spcPts val="0"/>
              </a:spcAft>
              <a:buNone/>
            </a:pPr>
            <a:endParaRPr/>
          </a:p>
        </p:txBody>
      </p:sp>
      <p:sp>
        <p:nvSpPr>
          <p:cNvPr id="181" name="Google Shape;181;p17">
            <a:extLst xmlns:a="http://schemas.openxmlformats.org/drawingml/2006/main">
              <a:ext uri="{FF2B5EF4-FFF2-40B4-BE49-F238E27FC236}">
                <a16:creationId xmlns:a16="http://schemas.microsoft.com/office/drawing/2014/main" id="{16DA7754-BD01-47D4-9F7F-64C5ABD6B49B}"/>
              </a:ext>
            </a:extLst>
          </p:cNvPr>
          <p:cNvSpPr>
            <a:spLocks xmlns:a="http://schemas.openxmlformats.org/drawingml/2006/main" noGrp="1"/>
          </p:cNvSpPr>
          <p:nvPr/>
        </p:nvSpPr>
        <p:spPr>
          <a:xfrm xmlns:a="http://schemas.openxmlformats.org/drawingml/2006/main" rot="0" flipH="0" flipV="0">
            <a:off x="6286500" y="1238250"/>
            <a:ext cx="381000" cy="381000"/>
          </a:xfrm>
          <a:prstGeom xmlns:a="http://schemas.openxmlformats.org/drawingml/2006/main" prst="ellipse">
            <a:avLst/>
          </a:prstGeom>
          <a:solidFill xmlns:a="http://schemas.openxmlformats.org/drawingml/2006/main">
            <a:srgbClr val="CCFBF1"/>
          </a:solidFill>
          <a:ln xmlns:a="http://schemas.openxmlformats.org/drawingml/2006/main">
            <a:noFill/>
          </a:ln>
        </p:spPr>
        <p:txBody>
          <a:bodyPr xmlns:a="http://schemas.openxmlformats.org/drawingml/2006/main" spcFirstLastPara="1" wrap="square" lIns="0" tIns="0" rIns="0" bIns="0" anchor="ctr">
            <a:noAutofit/>
          </a:bodyPr>
          <a:lstStyle xmlns:a="http://schemas.openxmlformats.org/drawingml/2006/main"/>
          <a:p xmlns:a="http://schemas.openxmlformats.org/drawingml/2006/main">
            <a:pPr marL="0" lvl="0" indent="0" algn="l">
              <a:spcBef>
                <a:spcPts val="0"/>
              </a:spcBef>
              <a:spcAft>
                <a:spcPts val="0"/>
              </a:spcAft>
              <a:buNone/>
            </a:pPr>
            <a:endParaRPr/>
          </a:p>
        </p:txBody>
      </p:sp>
      <p:sp>
        <p:nvSpPr>
          <p:cNvPr id="182" name="Google Shape;182;p17">
            <a:extLst xmlns:a="http://schemas.openxmlformats.org/drawingml/2006/main">
              <a:ext uri="{FF2B5EF4-FFF2-40B4-BE49-F238E27FC236}">
                <a16:creationId xmlns:a16="http://schemas.microsoft.com/office/drawing/2014/main" id="{AE3C47D9-A1C8-4FBC-B6D9-730795FC8518}"/>
              </a:ext>
            </a:extLst>
          </p:cNvPr>
          <p:cNvSpPr>
            <a:spLocks xmlns:a="http://schemas.openxmlformats.org/drawingml/2006/main" noGrp="1"/>
          </p:cNvSpPr>
          <p:nvPr/>
        </p:nvSpPr>
        <p:spPr>
          <a:xfrm xmlns:a="http://schemas.openxmlformats.org/drawingml/2006/main" rot="0" flipH="0" flipV="0">
            <a:off x="6286500" y="1267460"/>
            <a:ext cx="381000" cy="3810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ctr">
            <a:noAutofit/>
          </a:bodyPr>
          <a:lstStyle xmlns:a="http://schemas.openxmlformats.org/drawingml/2006/main"/>
          <a:p xmlns:a="http://schemas.openxmlformats.org/drawingml/2006/main">
            <a:pPr marL="0" lvl="0" indent="0" algn="ctr">
              <a:spcBef>
                <a:spcPts val="0"/>
              </a:spcBef>
              <a:spcAft>
                <a:spcPts val="0"/>
              </a:spcAft>
              <a:buNone/>
            </a:pPr>
            <a:endParaRPr sz="2000">
              <a:solidFill>
                <a:srgbClr val="0D9488"/>
              </a:solidFill>
              <a:latin typeface="Material Icons"/>
              <a:ea typeface="Material Icons"/>
              <a:cs typeface="Material Icons"/>
            </a:endParaRPr>
          </a:p>
        </p:txBody>
      </p:sp>
      <p:sp>
        <p:nvSpPr>
          <p:cNvPr id="183" name="Google Shape;183;p17">
            <a:extLst xmlns:a="http://schemas.openxmlformats.org/drawingml/2006/main">
              <a:ext uri="{FF2B5EF4-FFF2-40B4-BE49-F238E27FC236}">
                <a16:creationId xmlns:a16="http://schemas.microsoft.com/office/drawing/2014/main" id="{C5F8C9F0-0A50-45E0-AB86-05864D208F5C}"/>
              </a:ext>
            </a:extLst>
          </p:cNvPr>
          <p:cNvSpPr>
            <a:spLocks xmlns:a="http://schemas.openxmlformats.org/drawingml/2006/main" noGrp="1"/>
          </p:cNvSpPr>
          <p:nvPr/>
        </p:nvSpPr>
        <p:spPr>
          <a:xfrm xmlns:a="http://schemas.openxmlformats.org/drawingml/2006/main" rot="0" flipH="0" flipV="0">
            <a:off x="6286500" y="1714500"/>
            <a:ext cx="2190900" cy="10002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t">
            <a:noAutofit/>
          </a:bodyPr>
          <a:lstStyle xmlns:a="http://schemas.openxmlformats.org/drawingml/2006/main"/>
          <a:p xmlns:a="http://schemas.openxmlformats.org/drawingml/2006/main">
            <a:pPr>
              <a:spcAft>
                <a:spcPts val="650"/>
              </a:spcAft>
            </a:pPr>
            <a:r>
              <a:rPr sz="1200" b="1">
                <a:solidFill>
                  <a:srgbClr val="0F172A"/>
                </a:solidFill>
                <a:latin typeface="Arial"/>
                <a:ea typeface="Arial"/>
                <a:cs typeface="Arial"/>
              </a:rPr>
              <a:t>Cơ sở dữ liệu</a:t>
            </a:r>
          </a:p>
          <a:p xmlns:a="http://schemas.openxmlformats.org/drawingml/2006/main">
            <a:r>
              <a:rPr sz="1050" b="0">
                <a:solidFill>
                  <a:srgbClr val="334155"/>
                </a:solidFill>
                <a:latin typeface="Arial"/>
                <a:ea typeface="Arial"/>
                <a:cs typeface="Arial"/>
              </a:rPr>
              <a:t>PostgreSQL 16 khi chạy Docker; SQLite cho demo local. Truy cập qua SQLAlchemy ORM.</a:t>
            </a:r>
          </a:p>
        </p:txBody>
      </p:sp>
      <p:sp>
        <p:nvSpPr>
          <p:cNvPr id="185" name="Google Shape;185;p17">
            <a:extLst xmlns:a="http://schemas.openxmlformats.org/drawingml/2006/main">
              <a:ext uri="{FF2B5EF4-FFF2-40B4-BE49-F238E27FC236}">
                <a16:creationId xmlns:a16="http://schemas.microsoft.com/office/drawing/2014/main" id="{64AA2FEC-6D3D-499B-B496-3DB0CF2F9FD1}"/>
              </a:ext>
            </a:extLst>
          </p:cNvPr>
          <p:cNvSpPr>
            <a:spLocks xmlns:a="http://schemas.openxmlformats.org/drawingml/2006/main" noGrp="1"/>
          </p:cNvSpPr>
          <p:nvPr/>
        </p:nvSpPr>
        <p:spPr>
          <a:xfrm xmlns:a="http://schemas.openxmlformats.org/drawingml/2006/main" rot="0" flipH="0" flipV="0">
            <a:off x="476250" y="3000375"/>
            <a:ext cx="3952800" cy="1666800"/>
          </a:xfrm>
          <a:prstGeom xmlns:a="http://schemas.openxmlformats.org/drawingml/2006/main" prst="roundRect">
            <a:avLst>
              <a:gd name="adj" fmla="val 6857"/>
            </a:avLst>
          </a:prstGeom>
          <a:solidFill xmlns:a="http://schemas.openxmlformats.org/drawingml/2006/main">
            <a:srgbClr val="FFFFFF"/>
          </a:solidFill>
          <a:ln xmlns:a="http://schemas.openxmlformats.org/drawingml/2006/main" w="14300" cmpd="sng">
            <a:solidFill>
              <a:srgbClr val="E2E8F0"/>
            </a:solidFill>
            <a:prstDash val="solid"/>
            <a:headEnd type="none" w="sm" len="sm"/>
            <a:tailEnd type="none" w="sm" len="sm"/>
          </a:ln>
        </p:spPr>
        <p:txBody>
          <a:bodyPr xmlns:a="http://schemas.openxmlformats.org/drawingml/2006/main" spcFirstLastPara="1" wrap="square" lIns="0" tIns="0" rIns="0" bIns="0" anchor="ctr">
            <a:noAutofit/>
          </a:bodyPr>
          <a:lstStyle xmlns:a="http://schemas.openxmlformats.org/drawingml/2006/main"/>
          <a:p xmlns:a="http://schemas.openxmlformats.org/drawingml/2006/main">
            <a:pPr marL="0" lvl="0" indent="0" algn="l">
              <a:spcBef>
                <a:spcPts val="0"/>
              </a:spcBef>
              <a:spcAft>
                <a:spcPts val="0"/>
              </a:spcAft>
              <a:buNone/>
            </a:pPr>
            <a:endParaRPr/>
          </a:p>
        </p:txBody>
      </p:sp>
      <p:sp>
        <p:nvSpPr>
          <p:cNvPr id="186" name="Google Shape;186;p17">
            <a:extLst xmlns:a="http://schemas.openxmlformats.org/drawingml/2006/main">
              <a:ext uri="{FF2B5EF4-FFF2-40B4-BE49-F238E27FC236}">
                <a16:creationId xmlns:a16="http://schemas.microsoft.com/office/drawing/2014/main" id="{185F570A-50A0-481C-BBEA-9FAC3480E95C}"/>
              </a:ext>
            </a:extLst>
          </p:cNvPr>
          <p:cNvSpPr>
            <a:spLocks xmlns:a="http://schemas.openxmlformats.org/drawingml/2006/main" noGrp="1"/>
          </p:cNvSpPr>
          <p:nvPr/>
        </p:nvSpPr>
        <p:spPr>
          <a:xfrm xmlns:a="http://schemas.openxmlformats.org/drawingml/2006/main" rot="0" flipH="0" flipV="0">
            <a:off x="476250" y="3000375"/>
            <a:ext cx="3952800" cy="47700"/>
          </a:xfrm>
          <a:prstGeom xmlns:a="http://schemas.openxmlformats.org/drawingml/2006/main" prst="roundRect">
            <a:avLst>
              <a:gd name="adj" fmla="val 50000"/>
            </a:avLst>
          </a:prstGeom>
          <a:solidFill xmlns:a="http://schemas.openxmlformats.org/drawingml/2006/main">
            <a:srgbClr val="EA580C"/>
          </a:solidFill>
          <a:ln xmlns:a="http://schemas.openxmlformats.org/drawingml/2006/main">
            <a:noFill/>
          </a:ln>
        </p:spPr>
        <p:txBody>
          <a:bodyPr xmlns:a="http://schemas.openxmlformats.org/drawingml/2006/main" spcFirstLastPara="1" wrap="square" lIns="0" tIns="0" rIns="0" bIns="0" anchor="ctr">
            <a:noAutofit/>
          </a:bodyPr>
          <a:lstStyle xmlns:a="http://schemas.openxmlformats.org/drawingml/2006/main"/>
          <a:p xmlns:a="http://schemas.openxmlformats.org/drawingml/2006/main">
            <a:pPr marL="0" lvl="0" indent="0" algn="l">
              <a:spcBef>
                <a:spcPts val="0"/>
              </a:spcBef>
              <a:spcAft>
                <a:spcPts val="0"/>
              </a:spcAft>
              <a:buNone/>
            </a:pPr>
            <a:endParaRPr/>
          </a:p>
        </p:txBody>
      </p:sp>
      <p:sp>
        <p:nvSpPr>
          <p:cNvPr id="187" name="Google Shape;187;p17">
            <a:extLst xmlns:a="http://schemas.openxmlformats.org/drawingml/2006/main">
              <a:ext uri="{FF2B5EF4-FFF2-40B4-BE49-F238E27FC236}">
                <a16:creationId xmlns:a16="http://schemas.microsoft.com/office/drawing/2014/main" id="{D11FE3C6-D1EA-4B82-B1C6-67379CFFA211}"/>
              </a:ext>
            </a:extLst>
          </p:cNvPr>
          <p:cNvSpPr>
            <a:spLocks xmlns:a="http://schemas.openxmlformats.org/drawingml/2006/main" noGrp="1"/>
          </p:cNvSpPr>
          <p:nvPr/>
        </p:nvSpPr>
        <p:spPr>
          <a:xfrm xmlns:a="http://schemas.openxmlformats.org/drawingml/2006/main" rot="0" flipH="0" flipV="0">
            <a:off x="666750" y="3143250"/>
            <a:ext cx="381000" cy="381000"/>
          </a:xfrm>
          <a:prstGeom xmlns:a="http://schemas.openxmlformats.org/drawingml/2006/main" prst="ellipse">
            <a:avLst/>
          </a:prstGeom>
          <a:solidFill xmlns:a="http://schemas.openxmlformats.org/drawingml/2006/main">
            <a:srgbClr val="FFEDD5"/>
          </a:solidFill>
          <a:ln xmlns:a="http://schemas.openxmlformats.org/drawingml/2006/main">
            <a:noFill/>
          </a:ln>
        </p:spPr>
        <p:txBody>
          <a:bodyPr xmlns:a="http://schemas.openxmlformats.org/drawingml/2006/main" spcFirstLastPara="1" wrap="square" lIns="0" tIns="0" rIns="0" bIns="0" anchor="ctr">
            <a:noAutofit/>
          </a:bodyPr>
          <a:lstStyle xmlns:a="http://schemas.openxmlformats.org/drawingml/2006/main"/>
          <a:p xmlns:a="http://schemas.openxmlformats.org/drawingml/2006/main">
            <a:pPr marL="0" lvl="0" indent="0" algn="l">
              <a:spcBef>
                <a:spcPts val="0"/>
              </a:spcBef>
              <a:spcAft>
                <a:spcPts val="0"/>
              </a:spcAft>
              <a:buNone/>
            </a:pPr>
            <a:endParaRPr/>
          </a:p>
        </p:txBody>
      </p:sp>
      <p:sp>
        <p:nvSpPr>
          <p:cNvPr id="188" name="Google Shape;188;p17">
            <a:extLst xmlns:a="http://schemas.openxmlformats.org/drawingml/2006/main">
              <a:ext uri="{FF2B5EF4-FFF2-40B4-BE49-F238E27FC236}">
                <a16:creationId xmlns:a16="http://schemas.microsoft.com/office/drawing/2014/main" id="{DDB265C6-A918-4283-9BBE-6C6689F85C2D}"/>
              </a:ext>
            </a:extLst>
          </p:cNvPr>
          <p:cNvSpPr>
            <a:spLocks xmlns:a="http://schemas.openxmlformats.org/drawingml/2006/main" noGrp="1"/>
          </p:cNvSpPr>
          <p:nvPr/>
        </p:nvSpPr>
        <p:spPr>
          <a:xfrm xmlns:a="http://schemas.openxmlformats.org/drawingml/2006/main" rot="0" flipH="0" flipV="0">
            <a:off x="666750" y="3172460"/>
            <a:ext cx="381000" cy="3810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ctr">
            <a:noAutofit/>
          </a:bodyPr>
          <a:lstStyle xmlns:a="http://schemas.openxmlformats.org/drawingml/2006/main"/>
          <a:p xmlns:a="http://schemas.openxmlformats.org/drawingml/2006/main">
            <a:pPr marL="0" lvl="0" indent="0" algn="ctr">
              <a:spcBef>
                <a:spcPts val="0"/>
              </a:spcBef>
              <a:spcAft>
                <a:spcPts val="0"/>
              </a:spcAft>
              <a:buNone/>
            </a:pPr>
            <a:endParaRPr sz="2000">
              <a:solidFill>
                <a:srgbClr val="EA580C"/>
              </a:solidFill>
              <a:latin typeface="Material Icons"/>
              <a:ea typeface="Material Icons"/>
              <a:cs typeface="Material Icons"/>
            </a:endParaRPr>
          </a:p>
        </p:txBody>
      </p:sp>
      <p:sp>
        <p:nvSpPr>
          <p:cNvPr id="189" name="Google Shape;189;p17">
            <a:extLst xmlns:a="http://schemas.openxmlformats.org/drawingml/2006/main">
              <a:ext uri="{FF2B5EF4-FFF2-40B4-BE49-F238E27FC236}">
                <a16:creationId xmlns:a16="http://schemas.microsoft.com/office/drawing/2014/main" id="{2255F077-9486-4BDA-950B-ADA8FC0D664D}"/>
              </a:ext>
            </a:extLst>
          </p:cNvPr>
          <p:cNvSpPr>
            <a:spLocks xmlns:a="http://schemas.openxmlformats.org/drawingml/2006/main" noGrp="1"/>
          </p:cNvSpPr>
          <p:nvPr/>
        </p:nvSpPr>
        <p:spPr>
          <a:xfrm xmlns:a="http://schemas.openxmlformats.org/drawingml/2006/main" rot="0" flipH="0" flipV="0">
            <a:off x="666750" y="3619500"/>
            <a:ext cx="3571800" cy="9048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t">
            <a:noAutofit/>
          </a:bodyPr>
          <a:lstStyle xmlns:a="http://schemas.openxmlformats.org/drawingml/2006/main"/>
          <a:p xmlns:a="http://schemas.openxmlformats.org/drawingml/2006/main">
            <a:pPr>
              <a:spcAft>
                <a:spcPts val="650"/>
              </a:spcAft>
            </a:pPr>
            <a:r>
              <a:rPr sz="1200" b="1">
                <a:solidFill>
                  <a:srgbClr val="0F172A"/>
                </a:solidFill>
                <a:latin typeface="Arial"/>
                <a:ea typeface="Arial"/>
                <a:cs typeface="Arial"/>
              </a:rPr>
              <a:t>Frontend</a:t>
            </a:r>
          </a:p>
          <a:p xmlns:a="http://schemas.openxmlformats.org/drawingml/2006/main">
            <a:r>
              <a:rPr sz="1050" b="0">
                <a:solidFill>
                  <a:srgbClr val="334155"/>
                </a:solidFill>
                <a:latin typeface="Arial"/>
                <a:ea typeface="Arial"/>
                <a:cs typeface="Arial"/>
              </a:rPr>
              <a:t>Bootstrap 4.6, HTML/CSS/JavaScript. Dataset phân trang và lọc tại server.</a:t>
            </a:r>
          </a:p>
        </p:txBody>
      </p:sp>
      <p:sp>
        <p:nvSpPr>
          <p:cNvPr id="191" name="Google Shape;191;p17">
            <a:extLst xmlns:a="http://schemas.openxmlformats.org/drawingml/2006/main">
              <a:ext uri="{FF2B5EF4-FFF2-40B4-BE49-F238E27FC236}">
                <a16:creationId xmlns:a16="http://schemas.microsoft.com/office/drawing/2014/main" id="{4C4DA014-CD32-4596-8A8B-123788A04056}"/>
              </a:ext>
            </a:extLst>
          </p:cNvPr>
          <p:cNvSpPr>
            <a:spLocks xmlns:a="http://schemas.openxmlformats.org/drawingml/2006/main" noGrp="1"/>
          </p:cNvSpPr>
          <p:nvPr/>
        </p:nvSpPr>
        <p:spPr>
          <a:xfrm xmlns:a="http://schemas.openxmlformats.org/drawingml/2006/main" rot="0" flipH="0" flipV="0">
            <a:off x="4714875" y="3000375"/>
            <a:ext cx="3952800" cy="1666800"/>
          </a:xfrm>
          <a:prstGeom xmlns:a="http://schemas.openxmlformats.org/drawingml/2006/main" prst="roundRect">
            <a:avLst>
              <a:gd name="adj" fmla="val 6857"/>
            </a:avLst>
          </a:prstGeom>
          <a:solidFill xmlns:a="http://schemas.openxmlformats.org/drawingml/2006/main">
            <a:srgbClr val="FFFFFF"/>
          </a:solidFill>
          <a:ln xmlns:a="http://schemas.openxmlformats.org/drawingml/2006/main" w="14300" cmpd="sng">
            <a:solidFill>
              <a:srgbClr val="E2E8F0"/>
            </a:solidFill>
            <a:prstDash val="solid"/>
            <a:headEnd type="none" w="sm" len="sm"/>
            <a:tailEnd type="none" w="sm" len="sm"/>
          </a:ln>
        </p:spPr>
        <p:txBody>
          <a:bodyPr xmlns:a="http://schemas.openxmlformats.org/drawingml/2006/main" spcFirstLastPara="1" wrap="square" lIns="0" tIns="0" rIns="0" bIns="0" anchor="ctr">
            <a:noAutofit/>
          </a:bodyPr>
          <a:lstStyle xmlns:a="http://schemas.openxmlformats.org/drawingml/2006/main"/>
          <a:p xmlns:a="http://schemas.openxmlformats.org/drawingml/2006/main">
            <a:pPr marL="0" lvl="0" indent="0" algn="l">
              <a:spcBef>
                <a:spcPts val="0"/>
              </a:spcBef>
              <a:spcAft>
                <a:spcPts val="0"/>
              </a:spcAft>
              <a:buNone/>
            </a:pPr>
            <a:endParaRPr/>
          </a:p>
        </p:txBody>
      </p:sp>
      <p:sp>
        <p:nvSpPr>
          <p:cNvPr id="192" name="Google Shape;192;p17">
            <a:extLst xmlns:a="http://schemas.openxmlformats.org/drawingml/2006/main">
              <a:ext uri="{FF2B5EF4-FFF2-40B4-BE49-F238E27FC236}">
                <a16:creationId xmlns:a16="http://schemas.microsoft.com/office/drawing/2014/main" id="{DC85881B-DF90-4FC4-9F08-0D1DB860E12E}"/>
              </a:ext>
            </a:extLst>
          </p:cNvPr>
          <p:cNvSpPr>
            <a:spLocks xmlns:a="http://schemas.openxmlformats.org/drawingml/2006/main" noGrp="1"/>
          </p:cNvSpPr>
          <p:nvPr/>
        </p:nvSpPr>
        <p:spPr>
          <a:xfrm xmlns:a="http://schemas.openxmlformats.org/drawingml/2006/main" rot="0" flipH="0" flipV="0">
            <a:off x="4714875" y="3000375"/>
            <a:ext cx="3952800" cy="47700"/>
          </a:xfrm>
          <a:prstGeom xmlns:a="http://schemas.openxmlformats.org/drawingml/2006/main" prst="roundRect">
            <a:avLst>
              <a:gd name="adj" fmla="val 50000"/>
            </a:avLst>
          </a:prstGeom>
          <a:solidFill xmlns:a="http://schemas.openxmlformats.org/drawingml/2006/main">
            <a:srgbClr val="16A34A"/>
          </a:solidFill>
          <a:ln xmlns:a="http://schemas.openxmlformats.org/drawingml/2006/main">
            <a:noFill/>
          </a:ln>
        </p:spPr>
        <p:txBody>
          <a:bodyPr xmlns:a="http://schemas.openxmlformats.org/drawingml/2006/main" spcFirstLastPara="1" wrap="square" lIns="0" tIns="0" rIns="0" bIns="0" anchor="ctr">
            <a:noAutofit/>
          </a:bodyPr>
          <a:lstStyle xmlns:a="http://schemas.openxmlformats.org/drawingml/2006/main"/>
          <a:p xmlns:a="http://schemas.openxmlformats.org/drawingml/2006/main">
            <a:pPr marL="0" lvl="0" indent="0" algn="l">
              <a:spcBef>
                <a:spcPts val="0"/>
              </a:spcBef>
              <a:spcAft>
                <a:spcPts val="0"/>
              </a:spcAft>
              <a:buNone/>
            </a:pPr>
            <a:endParaRPr/>
          </a:p>
        </p:txBody>
      </p:sp>
      <p:sp>
        <p:nvSpPr>
          <p:cNvPr id="193" name="Google Shape;193;p17">
            <a:extLst xmlns:a="http://schemas.openxmlformats.org/drawingml/2006/main">
              <a:ext uri="{FF2B5EF4-FFF2-40B4-BE49-F238E27FC236}">
                <a16:creationId xmlns:a16="http://schemas.microsoft.com/office/drawing/2014/main" id="{2DBB8B29-C2F8-4EB8-801E-1E24C7164088}"/>
              </a:ext>
            </a:extLst>
          </p:cNvPr>
          <p:cNvSpPr>
            <a:spLocks xmlns:a="http://schemas.openxmlformats.org/drawingml/2006/main" noGrp="1"/>
          </p:cNvSpPr>
          <p:nvPr/>
        </p:nvSpPr>
        <p:spPr>
          <a:xfrm xmlns:a="http://schemas.openxmlformats.org/drawingml/2006/main" rot="0" flipH="0" flipV="0">
            <a:off x="4905375" y="3143250"/>
            <a:ext cx="381000" cy="381000"/>
          </a:xfrm>
          <a:prstGeom xmlns:a="http://schemas.openxmlformats.org/drawingml/2006/main" prst="ellipse">
            <a:avLst/>
          </a:prstGeom>
          <a:solidFill xmlns:a="http://schemas.openxmlformats.org/drawingml/2006/main">
            <a:srgbClr val="DCFCE7"/>
          </a:solidFill>
          <a:ln xmlns:a="http://schemas.openxmlformats.org/drawingml/2006/main">
            <a:noFill/>
          </a:ln>
        </p:spPr>
        <p:txBody>
          <a:bodyPr xmlns:a="http://schemas.openxmlformats.org/drawingml/2006/main" spcFirstLastPara="1" wrap="square" lIns="0" tIns="0" rIns="0" bIns="0" anchor="ctr">
            <a:noAutofit/>
          </a:bodyPr>
          <a:lstStyle xmlns:a="http://schemas.openxmlformats.org/drawingml/2006/main"/>
          <a:p xmlns:a="http://schemas.openxmlformats.org/drawingml/2006/main">
            <a:pPr marL="0" lvl="0" indent="0" algn="l">
              <a:spcBef>
                <a:spcPts val="0"/>
              </a:spcBef>
              <a:spcAft>
                <a:spcPts val="0"/>
              </a:spcAft>
              <a:buNone/>
            </a:pPr>
            <a:endParaRPr/>
          </a:p>
        </p:txBody>
      </p:sp>
      <p:sp>
        <p:nvSpPr>
          <p:cNvPr id="194" name="Google Shape;194;p17">
            <a:extLst xmlns:a="http://schemas.openxmlformats.org/drawingml/2006/main">
              <a:ext uri="{FF2B5EF4-FFF2-40B4-BE49-F238E27FC236}">
                <a16:creationId xmlns:a16="http://schemas.microsoft.com/office/drawing/2014/main" id="{0CA2BF44-C55B-4360-94F2-FEC3B20CD471}"/>
              </a:ext>
            </a:extLst>
          </p:cNvPr>
          <p:cNvSpPr>
            <a:spLocks xmlns:a="http://schemas.openxmlformats.org/drawingml/2006/main" noGrp="1"/>
          </p:cNvSpPr>
          <p:nvPr/>
        </p:nvSpPr>
        <p:spPr>
          <a:xfrm xmlns:a="http://schemas.openxmlformats.org/drawingml/2006/main" rot="0" flipH="0" flipV="0">
            <a:off x="4905375" y="3172460"/>
            <a:ext cx="381000" cy="3810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ctr">
            <a:noAutofit/>
          </a:bodyPr>
          <a:lstStyle xmlns:a="http://schemas.openxmlformats.org/drawingml/2006/main"/>
          <a:p xmlns:a="http://schemas.openxmlformats.org/drawingml/2006/main">
            <a:pPr marL="0" lvl="0" indent="0" algn="ctr">
              <a:spcBef>
                <a:spcPts val="0"/>
              </a:spcBef>
              <a:spcAft>
                <a:spcPts val="0"/>
              </a:spcAft>
              <a:buNone/>
            </a:pPr>
            <a:endParaRPr sz="2000">
              <a:solidFill>
                <a:srgbClr val="16A34A"/>
              </a:solidFill>
              <a:latin typeface="Material Icons"/>
              <a:ea typeface="Material Icons"/>
              <a:cs typeface="Material Icons"/>
            </a:endParaRPr>
          </a:p>
        </p:txBody>
      </p:sp>
      <p:sp>
        <p:nvSpPr>
          <p:cNvPr id="195" name="Google Shape;195;p17">
            <a:extLst xmlns:a="http://schemas.openxmlformats.org/drawingml/2006/main">
              <a:ext uri="{FF2B5EF4-FFF2-40B4-BE49-F238E27FC236}">
                <a16:creationId xmlns:a16="http://schemas.microsoft.com/office/drawing/2014/main" id="{B9B86AA6-F08B-4828-8398-800C4B5BE8A1}"/>
              </a:ext>
            </a:extLst>
          </p:cNvPr>
          <p:cNvSpPr>
            <a:spLocks xmlns:a="http://schemas.openxmlformats.org/drawingml/2006/main" noGrp="1"/>
          </p:cNvSpPr>
          <p:nvPr/>
        </p:nvSpPr>
        <p:spPr>
          <a:xfrm xmlns:a="http://schemas.openxmlformats.org/drawingml/2006/main" rot="0" flipH="0" flipV="0">
            <a:off x="4905375" y="3619500"/>
            <a:ext cx="3571800" cy="9048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t">
            <a:noAutofit/>
          </a:bodyPr>
          <a:lstStyle xmlns:a="http://schemas.openxmlformats.org/drawingml/2006/main"/>
          <a:p xmlns:a="http://schemas.openxmlformats.org/drawingml/2006/main">
            <a:pPr>
              <a:spcAft>
                <a:spcPts val="650"/>
              </a:spcAft>
            </a:pPr>
            <a:r>
              <a:rPr sz="1200" b="1">
                <a:solidFill>
                  <a:srgbClr val="0F172A"/>
                </a:solidFill>
                <a:latin typeface="Arial"/>
                <a:ea typeface="Arial"/>
                <a:cs typeface="Arial"/>
              </a:rPr>
              <a:t>Kiểm thử</a:t>
            </a:r>
          </a:p>
          <a:p xmlns:a="http://schemas.openxmlformats.org/drawingml/2006/main">
            <a:r>
              <a:rPr sz="1050" b="0">
                <a:solidFill>
                  <a:srgbClr val="334155"/>
                </a:solidFill>
                <a:latin typeface="Arial"/>
                <a:ea typeface="Arial"/>
                <a:cs typeface="Arial"/>
              </a:rPr>
              <a:t>34 test tự động cho API, ML, phân quyền, hồ sơ, mật khẩu và seed.</a:t>
            </a:r>
          </a:p>
        </p:txBody>
      </p:sp>
      <p:pic>
        <p:nvPicPr>
          <p:cNvPr id="228" name="Graphic 12"/>
          <p:cNvPicPr>
            <a:picLocks xmlns:a="http://schemas.openxmlformats.org/drawingml/2006/main" noChangeAspect="1"/>
          </p:cNvPicPr>
          <p:nvPr/>
        </p:nvPicPr>
        <p:blipFill>
          <a:blip xmlns:r="http://schemas.openxmlformats.org/officeDocument/2006/relationships" xmlns:a="http://schemas.openxmlformats.org/drawingml/2006/main" r:embed="Rac36c02dd91441de">
            <a:extLst>
              <a:ext uri="{96DAC541-7B7A-43D3-8B79-37D633B846F1}">
                <asvg:svgBlip xmlns:asvg="http://schemas.microsoft.com/office/drawing/2016/SVG/main" r:embed="R7071e316c8474011"/>
              </a:ext>
            </a:extLst>
          </a:blip>
          <a:stretch xmlns:a="http://schemas.openxmlformats.org/drawingml/2006/main">
            <a:fillRect l="0" t="0" r="0" b="0"/>
          </a:stretch>
        </p:blipFill>
        <p:spPr>
          <a:xfrm xmlns:a="http://schemas.openxmlformats.org/drawingml/2006/main">
            <a:off x="742950" y="1328945"/>
            <a:ext cx="228600" cy="228600"/>
          </a:xfrm>
          <a:prstGeom xmlns:a="http://schemas.openxmlformats.org/drawingml/2006/main" prst="rect">
            <a:avLst/>
          </a:prstGeom>
        </p:spPr>
      </p:pic>
      <p:pic>
        <p:nvPicPr>
          <p:cNvPr id="229" name="Graphic 14"/>
          <p:cNvPicPr>
            <a:picLocks xmlns:a="http://schemas.openxmlformats.org/drawingml/2006/main" noChangeAspect="1"/>
          </p:cNvPicPr>
          <p:nvPr/>
        </p:nvPicPr>
        <p:blipFill>
          <a:blip xmlns:r="http://schemas.openxmlformats.org/officeDocument/2006/relationships" xmlns:a="http://schemas.openxmlformats.org/drawingml/2006/main" r:embed="Rbf10f6bf9c9c4a56">
            <a:extLst>
              <a:ext uri="{96DAC541-7B7A-43D3-8B79-37D633B846F1}">
                <asvg:svgBlip xmlns:asvg="http://schemas.microsoft.com/office/drawing/2016/SVG/main" r:embed="R4c5fd6a4501f44be"/>
              </a:ext>
            </a:extLst>
          </a:blip>
          <a:stretch xmlns:a="http://schemas.openxmlformats.org/drawingml/2006/main">
            <a:fillRect l="0" t="0" r="0" b="0"/>
          </a:stretch>
        </p:blipFill>
        <p:spPr>
          <a:xfrm xmlns:a="http://schemas.openxmlformats.org/drawingml/2006/main">
            <a:off x="6362700" y="1328715"/>
            <a:ext cx="228600" cy="228600"/>
          </a:xfrm>
          <a:prstGeom xmlns:a="http://schemas.openxmlformats.org/drawingml/2006/main" prst="rect">
            <a:avLst/>
          </a:prstGeom>
        </p:spPr>
      </p:pic>
      <p:pic>
        <p:nvPicPr>
          <p:cNvPr id="230" name="Graphic 16"/>
          <p:cNvPicPr>
            <a:picLocks xmlns:a="http://schemas.openxmlformats.org/drawingml/2006/main" noChangeAspect="1"/>
          </p:cNvPicPr>
          <p:nvPr/>
        </p:nvPicPr>
        <p:blipFill>
          <a:blip xmlns:r="http://schemas.openxmlformats.org/officeDocument/2006/relationships" xmlns:a="http://schemas.openxmlformats.org/drawingml/2006/main" r:embed="Rf9d1264975f2450e">
            <a:extLst>
              <a:ext uri="{96DAC541-7B7A-43D3-8B79-37D633B846F1}">
                <asvg:svgBlip xmlns:asvg="http://schemas.microsoft.com/office/drawing/2016/SVG/main" r:embed="R35f58b8eb4a34645"/>
              </a:ext>
            </a:extLst>
          </a:blip>
          <a:stretch xmlns:a="http://schemas.openxmlformats.org/drawingml/2006/main">
            <a:fillRect l="0" t="0" r="0" b="0"/>
          </a:stretch>
        </p:blipFill>
        <p:spPr>
          <a:xfrm xmlns:a="http://schemas.openxmlformats.org/drawingml/2006/main">
            <a:off x="3552825" y="1334738"/>
            <a:ext cx="228600" cy="228600"/>
          </a:xfrm>
          <a:prstGeom xmlns:a="http://schemas.openxmlformats.org/drawingml/2006/main" prst="rect">
            <a:avLst/>
          </a:prstGeom>
        </p:spPr>
      </p:pic>
      <p:pic>
        <p:nvPicPr>
          <p:cNvPr id="231" name="Graphic 18"/>
          <p:cNvPicPr>
            <a:picLocks xmlns:a="http://schemas.openxmlformats.org/drawingml/2006/main" noChangeAspect="1"/>
          </p:cNvPicPr>
          <p:nvPr/>
        </p:nvPicPr>
        <p:blipFill>
          <a:blip xmlns:r="http://schemas.openxmlformats.org/officeDocument/2006/relationships" xmlns:a="http://schemas.openxmlformats.org/drawingml/2006/main" r:embed="Ra62be1ca4a234b11">
            <a:extLst>
              <a:ext uri="{96DAC541-7B7A-43D3-8B79-37D633B846F1}">
                <asvg:svgBlip xmlns:asvg="http://schemas.microsoft.com/office/drawing/2016/SVG/main" r:embed="Re923bbcb0e294d88"/>
              </a:ext>
            </a:extLst>
          </a:blip>
          <a:stretch xmlns:a="http://schemas.openxmlformats.org/drawingml/2006/main">
            <a:fillRect l="0" t="0" r="0" b="0"/>
          </a:stretch>
        </p:blipFill>
        <p:spPr>
          <a:xfrm xmlns:a="http://schemas.openxmlformats.org/drawingml/2006/main">
            <a:off x="742950" y="3232725"/>
            <a:ext cx="228600" cy="228600"/>
          </a:xfrm>
          <a:prstGeom xmlns:a="http://schemas.openxmlformats.org/drawingml/2006/main" prst="rect">
            <a:avLst/>
          </a:prstGeom>
        </p:spPr>
      </p:pic>
      <p:pic>
        <p:nvPicPr>
          <p:cNvPr id="232" name="Graphic 20"/>
          <p:cNvPicPr>
            <a:picLocks xmlns:a="http://schemas.openxmlformats.org/drawingml/2006/main" noChangeAspect="1"/>
          </p:cNvPicPr>
          <p:nvPr/>
        </p:nvPicPr>
        <p:blipFill>
          <a:blip xmlns:r="http://schemas.openxmlformats.org/officeDocument/2006/relationships" xmlns:a="http://schemas.openxmlformats.org/drawingml/2006/main" r:embed="Ra56e30720b674b3b">
            <a:extLst>
              <a:ext uri="{96DAC541-7B7A-43D3-8B79-37D633B846F1}">
                <asvg:svgBlip xmlns:asvg="http://schemas.microsoft.com/office/drawing/2016/SVG/main" r:embed="R3a61a3d98691440a"/>
              </a:ext>
            </a:extLst>
          </a:blip>
          <a:stretch xmlns:a="http://schemas.openxmlformats.org/drawingml/2006/main">
            <a:fillRect l="0" t="0" r="0" b="0"/>
          </a:stretch>
        </p:blipFill>
        <p:spPr>
          <a:xfrm xmlns:a="http://schemas.openxmlformats.org/drawingml/2006/main">
            <a:off x="4981575" y="3232725"/>
            <a:ext cx="228600" cy="228600"/>
          </a:xfrm>
          <a:prstGeom xmlns:a="http://schemas.openxmlformats.org/drawingml/2006/main" prst="rect">
            <a:avLst/>
          </a:prstGeom>
        </p:spPr>
      </p:pic>
    </p:spTree>
    <p:extLst>
      <p:ext uri="{BB962C8B-B14F-4D97-AF65-F5344CB8AC3E}">
        <p14:creationId xmlns:p14="http://schemas.microsoft.com/office/powerpoint/2010/main" val="2121269444"/>
      </p:ext>
    </p:extLst>
  </p:cSld>
</p:sld>
</file>

<file path=ppt/slides/slide5.xml><?xml version="1.0" encoding="utf-8"?>
<p:sld xmlns:p="http://schemas.openxmlformats.org/presentationml/2006/main">
  <p:cSld>
    <p:spTree>
      <p:nvGrpSpPr>
        <p:cNvPr id="1" name=""/>
        <p:cNvGrpSpPr/>
        <p:nvPr/>
      </p:nvGrpSpPr>
      <p:grpSpPr>
        <a:xfrm xmlns:a="http://schemas.openxmlformats.org/drawingml/2006/main"/>
      </p:grpSpPr>
      <p:sp>
        <p:nvSpPr>
          <p:cNvPr id="200" name="Google Shape;200;p18">
            <a:extLst xmlns:a="http://schemas.openxmlformats.org/drawingml/2006/main">
              <a:ext uri="{FF2B5EF4-FFF2-40B4-BE49-F238E27FC236}">
                <a16:creationId xmlns:a16="http://schemas.microsoft.com/office/drawing/2014/main" id="{07FF7B7E-CE82-4F2A-A2CD-F0BDBF32B5AC}"/>
              </a:ext>
            </a:extLst>
          </p:cNvPr>
          <p:cNvSpPr>
            <a:spLocks xmlns:a="http://schemas.openxmlformats.org/drawingml/2006/main" noGrp="1"/>
          </p:cNvSpPr>
          <p:nvPr/>
        </p:nvSpPr>
        <p:spPr>
          <a:xfrm xmlns:a="http://schemas.openxmlformats.org/drawingml/2006/main">
            <a:off x="0" y="0"/>
            <a:ext cx="9144000" cy="5143500"/>
          </a:xfrm>
          <a:prstGeom xmlns:a="http://schemas.openxmlformats.org/drawingml/2006/main" prst="rect">
            <a:avLst/>
          </a:prstGeom>
          <a:solidFill xmlns:a="http://schemas.openxmlformats.org/drawingml/2006/main">
            <a:srgbClr val="F8FAFC"/>
          </a:solidFill>
          <a:ln xmlns:a="http://schemas.openxmlformats.org/drawingml/2006/main">
            <a:noFill/>
          </a:ln>
        </p:spPr>
        <p:txBody>
          <a:bodyPr xmlns:a="http://schemas.openxmlformats.org/drawingml/2006/main" spcFirstLastPara="1" wrap="square" lIns="0" tIns="0" rIns="0" bIns="0" anchor="ctr">
            <a:noAutofit/>
          </a:bodyPr>
          <a:lstStyle xmlns:a="http://schemas.openxmlformats.org/drawingml/2006/main"/>
          <a:p xmlns:a="http://schemas.openxmlformats.org/drawingml/2006/main">
            <a:pPr marL="0" lvl="0" indent="0" algn="l">
              <a:spcBef>
                <a:spcPts val="0"/>
              </a:spcBef>
              <a:spcAft>
                <a:spcPts val="0"/>
              </a:spcAft>
              <a:buNone/>
            </a:pPr>
            <a:endParaRPr/>
          </a:p>
        </p:txBody>
      </p:sp>
      <p:sp>
        <p:nvSpPr>
          <p:cNvPr id="201" name="Google Shape;201;p18">
            <a:extLst xmlns:a="http://schemas.openxmlformats.org/drawingml/2006/main">
              <a:ext uri="{FF2B5EF4-FFF2-40B4-BE49-F238E27FC236}">
                <a16:creationId xmlns:a16="http://schemas.microsoft.com/office/drawing/2014/main" id="{E438B2F0-1034-430D-9D36-17D4E92A765C}"/>
              </a:ext>
            </a:extLst>
          </p:cNvPr>
          <p:cNvSpPr>
            <a:spLocks xmlns:a="http://schemas.openxmlformats.org/drawingml/2006/main" noGrp="1"/>
          </p:cNvSpPr>
          <p:nvPr/>
        </p:nvSpPr>
        <p:spPr>
          <a:xfrm xmlns:a="http://schemas.openxmlformats.org/drawingml/2006/main">
            <a:off x="571500" y="333375"/>
            <a:ext cx="8001000" cy="6192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t">
            <a:noAutofit/>
          </a:bodyPr>
          <a:lstStyle xmlns:a="http://schemas.openxmlformats.org/drawingml/2006/main"/>
          <a:p xmlns:a="http://schemas.openxmlformats.org/drawingml/2006/main">
            <a:pPr marL="0" lvl="0" indent="0" algn="l">
              <a:spcBef>
                <a:spcPts val="0"/>
              </a:spcBef>
              <a:spcAft>
                <a:spcPts val="0"/>
              </a:spcAft>
              <a:buNone/>
            </a:pPr>
            <a:r>
              <a:rPr sz="2400" b="1">
                <a:solidFill>
                  <a:srgbClr val="0F172A"/>
                </a:solidFill>
                <a:latin typeface="Arial"/>
                <a:ea typeface="Arial"/>
                <a:cs typeface="Arial"/>
              </a:rPr>
              <a:t>Ba bảng lõi cho luồng học máy</a:t>
            </a:r>
            <a:endParaRPr sz="2400" b="1">
              <a:solidFill>
                <a:srgbClr val="0F172A"/>
              </a:solidFill>
              <a:latin typeface="Arial"/>
              <a:ea typeface="Arial"/>
              <a:cs typeface="Arial"/>
            </a:endParaRPr>
          </a:p>
        </p:txBody>
      </p:sp>
      <p:pic>
        <p:nvPicPr>
          <p:cNvPr id="228" name="Google Shape;202;p18"/>
          <p:cNvPicPr>
            <a:picLocks xmlns:a="http://schemas.openxmlformats.org/drawingml/2006/main" noChangeAspect="1"/>
          </p:cNvPicPr>
          <p:nvPr/>
        </p:nvPicPr>
        <p:blipFill>
          <a:blip xmlns:r="http://schemas.openxmlformats.org/officeDocument/2006/relationships" xmlns:a="http://schemas.openxmlformats.org/drawingml/2006/main" r:embed="Rcb92790b7c664ad7">
            <a:alphaModFix/>
          </a:blip>
          <a:stretch xmlns:a="http://schemas.openxmlformats.org/drawingml/2006/main">
            <a:fillRect l="0" t="0" r="0" b="0"/>
          </a:stretch>
        </p:blipFill>
        <p:spPr>
          <a:xfrm xmlns:a="http://schemas.openxmlformats.org/drawingml/2006/main">
            <a:off x="571500" y="812598"/>
            <a:ext cx="4343625" cy="4046325"/>
          </a:xfrm>
          <a:prstGeom xmlns:a="http://schemas.openxmlformats.org/drawingml/2006/main" prst="rect">
            <a:avLst/>
          </a:prstGeom>
          <a:ln xmlns:a="http://schemas.openxmlformats.org/drawingml/2006/main">
            <a:noFill/>
          </a:ln>
        </p:spPr>
      </p:pic>
      <p:sp>
        <p:nvSpPr>
          <p:cNvPr id="204" name="Google Shape;204;p18">
            <a:extLst xmlns:a="http://schemas.openxmlformats.org/drawingml/2006/main">
              <a:ext uri="{FF2B5EF4-FFF2-40B4-BE49-F238E27FC236}">
                <a16:creationId xmlns:a16="http://schemas.microsoft.com/office/drawing/2014/main" id="{EC246951-57D0-4A2D-BC40-4D88297740FA}"/>
              </a:ext>
            </a:extLst>
          </p:cNvPr>
          <p:cNvSpPr>
            <a:spLocks xmlns:a="http://schemas.openxmlformats.org/drawingml/2006/main" noGrp="1"/>
          </p:cNvSpPr>
          <p:nvPr/>
        </p:nvSpPr>
        <p:spPr>
          <a:xfrm xmlns:a="http://schemas.openxmlformats.org/drawingml/2006/main" rot="0" flipH="0" flipV="0">
            <a:off x="5143500" y="952500"/>
            <a:ext cx="3429000" cy="1095300"/>
          </a:xfrm>
          <a:prstGeom xmlns:a="http://schemas.openxmlformats.org/drawingml/2006/main" prst="roundRect">
            <a:avLst>
              <a:gd name="adj" fmla="val 10434"/>
            </a:avLst>
          </a:prstGeom>
          <a:solidFill xmlns:a="http://schemas.openxmlformats.org/drawingml/2006/main">
            <a:srgbClr val="FFFFFF"/>
          </a:solidFill>
          <a:ln xmlns:a="http://schemas.openxmlformats.org/drawingml/2006/main" w="14300" cmpd="sng">
            <a:solidFill>
              <a:srgbClr val="E2E8F0"/>
            </a:solidFill>
            <a:prstDash val="solid"/>
            <a:headEnd type="none" w="sm" len="sm"/>
            <a:tailEnd type="none" w="sm" len="sm"/>
          </a:ln>
        </p:spPr>
        <p:txBody>
          <a:bodyPr xmlns:a="http://schemas.openxmlformats.org/drawingml/2006/main" spcFirstLastPara="1" wrap="square" lIns="0" tIns="0" rIns="0" bIns="0" anchor="ctr">
            <a:noAutofit/>
          </a:bodyPr>
          <a:lstStyle xmlns:a="http://schemas.openxmlformats.org/drawingml/2006/main"/>
          <a:p xmlns:a="http://schemas.openxmlformats.org/drawingml/2006/main">
            <a:pPr marL="0" lvl="0" indent="0" algn="l">
              <a:spcBef>
                <a:spcPts val="0"/>
              </a:spcBef>
              <a:spcAft>
                <a:spcPts val="0"/>
              </a:spcAft>
              <a:buNone/>
            </a:pPr>
            <a:endParaRPr/>
          </a:p>
        </p:txBody>
      </p:sp>
      <p:sp>
        <p:nvSpPr>
          <p:cNvPr id="205" name="Google Shape;205;p18">
            <a:extLst xmlns:a="http://schemas.openxmlformats.org/drawingml/2006/main">
              <a:ext uri="{FF2B5EF4-FFF2-40B4-BE49-F238E27FC236}">
                <a16:creationId xmlns:a16="http://schemas.microsoft.com/office/drawing/2014/main" id="{4295648B-1C1A-4B83-A0C8-715D6CF8E987}"/>
              </a:ext>
            </a:extLst>
          </p:cNvPr>
          <p:cNvSpPr>
            <a:spLocks xmlns:a="http://schemas.openxmlformats.org/drawingml/2006/main" noGrp="1"/>
          </p:cNvSpPr>
          <p:nvPr/>
        </p:nvSpPr>
        <p:spPr>
          <a:xfrm xmlns:a="http://schemas.openxmlformats.org/drawingml/2006/main" rot="0" flipH="0" flipV="0">
            <a:off x="5143500" y="952500"/>
            <a:ext cx="3429000" cy="47700"/>
          </a:xfrm>
          <a:prstGeom xmlns:a="http://schemas.openxmlformats.org/drawingml/2006/main" prst="roundRect">
            <a:avLst>
              <a:gd name="adj" fmla="val 50000"/>
            </a:avLst>
          </a:prstGeom>
          <a:solidFill xmlns:a="http://schemas.openxmlformats.org/drawingml/2006/main">
            <a:srgbClr val="2563EB"/>
          </a:solidFill>
          <a:ln xmlns:a="http://schemas.openxmlformats.org/drawingml/2006/main">
            <a:noFill/>
          </a:ln>
        </p:spPr>
        <p:txBody>
          <a:bodyPr xmlns:a="http://schemas.openxmlformats.org/drawingml/2006/main" spcFirstLastPara="1" wrap="square" lIns="0" tIns="0" rIns="0" bIns="0" anchor="ctr">
            <a:noAutofit/>
          </a:bodyPr>
          <a:lstStyle xmlns:a="http://schemas.openxmlformats.org/drawingml/2006/main"/>
          <a:p xmlns:a="http://schemas.openxmlformats.org/drawingml/2006/main">
            <a:pPr marL="0" lvl="0" indent="0" algn="l">
              <a:spcBef>
                <a:spcPts val="0"/>
              </a:spcBef>
              <a:spcAft>
                <a:spcPts val="0"/>
              </a:spcAft>
              <a:buNone/>
            </a:pPr>
            <a:endParaRPr/>
          </a:p>
        </p:txBody>
      </p:sp>
      <p:sp>
        <p:nvSpPr>
          <p:cNvPr id="206" name="Google Shape;206;p18">
            <a:extLst xmlns:a="http://schemas.openxmlformats.org/drawingml/2006/main">
              <a:ext uri="{FF2B5EF4-FFF2-40B4-BE49-F238E27FC236}">
                <a16:creationId xmlns:a16="http://schemas.microsoft.com/office/drawing/2014/main" id="{9FB0D365-60C4-4375-A58C-8492F7008BB1}"/>
              </a:ext>
            </a:extLst>
          </p:cNvPr>
          <p:cNvSpPr>
            <a:spLocks xmlns:a="http://schemas.openxmlformats.org/drawingml/2006/main" noGrp="1"/>
          </p:cNvSpPr>
          <p:nvPr/>
        </p:nvSpPr>
        <p:spPr>
          <a:xfrm xmlns:a="http://schemas.openxmlformats.org/drawingml/2006/main" rot="0" flipH="0" flipV="0">
            <a:off x="5314950" y="1143000"/>
            <a:ext cx="381000" cy="381000"/>
          </a:xfrm>
          <a:prstGeom xmlns:a="http://schemas.openxmlformats.org/drawingml/2006/main" prst="ellipse">
            <a:avLst/>
          </a:prstGeom>
          <a:solidFill xmlns:a="http://schemas.openxmlformats.org/drawingml/2006/main">
            <a:srgbClr val="EFF6FF"/>
          </a:solidFill>
          <a:ln xmlns:a="http://schemas.openxmlformats.org/drawingml/2006/main">
            <a:noFill/>
          </a:ln>
        </p:spPr>
        <p:txBody>
          <a:bodyPr xmlns:a="http://schemas.openxmlformats.org/drawingml/2006/main" spcFirstLastPara="1" wrap="square" lIns="0" tIns="0" rIns="0" bIns="0" anchor="ctr">
            <a:noAutofit/>
          </a:bodyPr>
          <a:lstStyle xmlns:a="http://schemas.openxmlformats.org/drawingml/2006/main"/>
          <a:p xmlns:a="http://schemas.openxmlformats.org/drawingml/2006/main">
            <a:pPr marL="0" lvl="0" indent="0" algn="l">
              <a:spcBef>
                <a:spcPts val="0"/>
              </a:spcBef>
              <a:spcAft>
                <a:spcPts val="0"/>
              </a:spcAft>
              <a:buNone/>
            </a:pPr>
            <a:endParaRPr/>
          </a:p>
        </p:txBody>
      </p:sp>
      <p:sp>
        <p:nvSpPr>
          <p:cNvPr id="207" name="Google Shape;207;p18">
            <a:extLst xmlns:a="http://schemas.openxmlformats.org/drawingml/2006/main">
              <a:ext uri="{FF2B5EF4-FFF2-40B4-BE49-F238E27FC236}">
                <a16:creationId xmlns:a16="http://schemas.microsoft.com/office/drawing/2014/main" id="{D0854FC6-142E-48BB-B7EB-B1FB1F73B87B}"/>
              </a:ext>
            </a:extLst>
          </p:cNvPr>
          <p:cNvSpPr>
            <a:spLocks xmlns:a="http://schemas.openxmlformats.org/drawingml/2006/main" noGrp="1"/>
          </p:cNvSpPr>
          <p:nvPr/>
        </p:nvSpPr>
        <p:spPr>
          <a:xfrm xmlns:a="http://schemas.openxmlformats.org/drawingml/2006/main" rot="0" flipH="0" flipV="0">
            <a:off x="5314950" y="1172210"/>
            <a:ext cx="381000" cy="381000"/>
          </a:xfrm>
          <a:prstGeom xmlns:a="http://schemas.openxmlformats.org/drawingml/2006/main" prst="rect">
            <a:avLst/>
          </a:prstGeom>
          <a:solidFill xmlns:a="http://schemas.openxmlformats.org/drawingml/2006/main">
            <a:srgbClr val="000000">
              <a:alpha val="0"/>
            </a:srgbClr>
          </a:solidFill>
          <a:ln xmlns:a="http://schemas.openxmlformats.org/drawingml/2006/main">
            <a:noFill/>
          </a:ln>
        </p:spPr>
        <p:txBody>
          <a:bodyPr xmlns:a="http://schemas.openxmlformats.org/drawingml/2006/main" spcFirstLastPara="1" wrap="square" lIns="0" tIns="0" rIns="0" bIns="0" anchor="ctr">
            <a:noAutofit/>
          </a:bodyPr>
          <a:lstStyle xmlns:a="http://schemas.openxmlformats.org/drawingml/2006/main"/>
          <a:p xmlns:a="http://schemas.openxmlformats.org/drawingml/2006/main">
            <a:pPr marL="0" lvl="0" indent="0" algn="ctr">
              <a:spcBef>
                <a:spcPts val="0"/>
              </a:spcBef>
              <a:spcAft>
                <a:spcPts val="0"/>
              </a:spcAft>
              <a:buNone/>
            </a:pPr>
            <a:endParaRPr sz="2000" b="0">
              <a:solidFill>
                <a:srgbClr val="2563EB"/>
              </a:solidFill>
              <a:latin typeface="Material Icons"/>
              <a:ea typeface="Material Icons"/>
              <a:cs typeface="Material Icons"/>
            </a:endParaRPr>
          </a:p>
        </p:txBody>
      </p:sp>
      <p:sp>
        <p:nvSpPr>
          <p:cNvPr id="208" name="Google Shape;208;p18">
            <a:extLst xmlns:a="http://schemas.openxmlformats.org/drawingml/2006/main">
              <a:ext uri="{FF2B5EF4-FFF2-40B4-BE49-F238E27FC236}">
                <a16:creationId xmlns:a16="http://schemas.microsoft.com/office/drawing/2014/main" id="{1B0A0293-2929-4780-80CD-463624BD9DAA}"/>
              </a:ext>
            </a:extLst>
          </p:cNvPr>
          <p:cNvSpPr>
            <a:spLocks xmlns:a="http://schemas.openxmlformats.org/drawingml/2006/main" noGrp="1"/>
          </p:cNvSpPr>
          <p:nvPr/>
        </p:nvSpPr>
        <p:spPr>
          <a:xfrm xmlns:a="http://schemas.openxmlformats.org/drawingml/2006/main" rot="0" flipH="0" flipV="0">
            <a:off x="5810250" y="1123950"/>
            <a:ext cx="2590800" cy="781200"/>
          </a:xfrm>
          <a:prstGeom xmlns:a="http://schemas.openxmlformats.org/drawingml/2006/main" prst="rect">
            <a:avLst/>
          </a:prstGeom>
          <a:solidFill xmlns:a="http://schemas.openxmlformats.org/drawingml/2006/main">
            <a:srgbClr val="000000">
              <a:alpha val="0"/>
            </a:srgbClr>
          </a:solidFill>
          <a:ln xmlns:a="http://schemas.openxmlformats.org/drawingml/2006/main">
            <a:noFill/>
          </a:ln>
        </p:spPr>
        <p:txBody>
          <a:bodyPr xmlns:a="http://schemas.openxmlformats.org/drawingml/2006/main" spcFirstLastPara="1" wrap="square" lIns="0" tIns="0" rIns="0" bIns="0" anchor="t">
            <a:noAutofit/>
          </a:bodyPr>
          <a:lstStyle xmlns:a="http://schemas.openxmlformats.org/drawingml/2006/main"/>
          <a:p xmlns:a="http://schemas.openxmlformats.org/drawingml/2006/main">
            <a:pPr marL="0" lvl="0" indent="0" algn="l">
              <a:spcBef>
                <a:spcPts val="0"/>
              </a:spcBef>
              <a:spcAft>
                <a:spcPts val="0"/>
              </a:spcAft>
              <a:buNone/>
            </a:pPr>
            <a:r>
              <a:rPr sz="1300" b="1">
                <a:solidFill>
                  <a:srgbClr val="0F172A"/>
                </a:solidFill>
                <a:latin typeface="Arial"/>
                <a:ea typeface="Arial"/>
                <a:cs typeface="Arial"/>
              </a:rPr>
              <a:t>1. email_dataset</a:t>
            </a:r>
            <a:endParaRPr sz="1300" b="1">
              <a:solidFill>
                <a:srgbClr val="0F172A"/>
              </a:solidFill>
              <a:latin typeface="Arial"/>
              <a:ea typeface="Arial"/>
              <a:cs typeface="Arial"/>
            </a:endParaRPr>
          </a:p>
          <a:p xmlns:a="http://schemas.openxmlformats.org/drawingml/2006/main">
            <a:pPr marL="0" lvl="0" indent="0" algn="l">
              <a:spcBef>
                <a:spcPts val="600"/>
              </a:spcBef>
              <a:spcAft>
                <a:spcPts val="0"/>
              </a:spcAft>
              <a:buNone/>
            </a:pPr>
            <a:r>
              <a:rPr sz="1050" b="0">
                <a:solidFill>
                  <a:srgbClr val="475569"/>
                </a:solidFill>
                <a:latin typeface="Arial"/>
                <a:ea typeface="Arial"/>
                <a:cs typeface="Arial"/>
              </a:rPr>
              <a:t>Dùng để huấn luyện mô hình.</a:t>
            </a:r>
            <a:endParaRPr sz="1050" b="0">
              <a:solidFill>
                <a:srgbClr val="475569"/>
              </a:solidFill>
              <a:latin typeface="Arial"/>
              <a:ea typeface="Arial"/>
              <a:cs typeface="Arial"/>
            </a:endParaRPr>
          </a:p>
        </p:txBody>
      </p:sp>
      <p:sp>
        <p:nvSpPr>
          <p:cNvPr id="210" name="Google Shape;210;p18">
            <a:extLst xmlns:a="http://schemas.openxmlformats.org/drawingml/2006/main">
              <a:ext uri="{FF2B5EF4-FFF2-40B4-BE49-F238E27FC236}">
                <a16:creationId xmlns:a16="http://schemas.microsoft.com/office/drawing/2014/main" id="{9632B133-6BC2-4077-8F73-FD07F246987B}"/>
              </a:ext>
            </a:extLst>
          </p:cNvPr>
          <p:cNvSpPr>
            <a:spLocks xmlns:a="http://schemas.openxmlformats.org/drawingml/2006/main" noGrp="1"/>
          </p:cNvSpPr>
          <p:nvPr/>
        </p:nvSpPr>
        <p:spPr>
          <a:xfrm xmlns:a="http://schemas.openxmlformats.org/drawingml/2006/main" rot="0" flipH="0" flipV="0">
            <a:off x="5143500" y="2190750"/>
            <a:ext cx="3429000" cy="1095300"/>
          </a:xfrm>
          <a:prstGeom xmlns:a="http://schemas.openxmlformats.org/drawingml/2006/main" prst="roundRect">
            <a:avLst>
              <a:gd name="adj" fmla="val 10434"/>
            </a:avLst>
          </a:prstGeom>
          <a:solidFill xmlns:a="http://schemas.openxmlformats.org/drawingml/2006/main">
            <a:srgbClr val="FFFFFF"/>
          </a:solidFill>
          <a:ln xmlns:a="http://schemas.openxmlformats.org/drawingml/2006/main" w="14300" cmpd="sng">
            <a:solidFill>
              <a:srgbClr val="E2E8F0"/>
            </a:solidFill>
            <a:prstDash val="solid"/>
            <a:headEnd type="none" w="sm" len="sm"/>
            <a:tailEnd type="none" w="sm" len="sm"/>
          </a:ln>
        </p:spPr>
        <p:txBody>
          <a:bodyPr xmlns:a="http://schemas.openxmlformats.org/drawingml/2006/main" spcFirstLastPara="1" wrap="square" lIns="0" tIns="0" rIns="0" bIns="0" anchor="ctr">
            <a:noAutofit/>
          </a:bodyPr>
          <a:lstStyle xmlns:a="http://schemas.openxmlformats.org/drawingml/2006/main"/>
          <a:p xmlns:a="http://schemas.openxmlformats.org/drawingml/2006/main">
            <a:pPr marL="0" lvl="0" indent="0" algn="l">
              <a:spcBef>
                <a:spcPts val="0"/>
              </a:spcBef>
              <a:spcAft>
                <a:spcPts val="0"/>
              </a:spcAft>
              <a:buNone/>
            </a:pPr>
            <a:endParaRPr/>
          </a:p>
        </p:txBody>
      </p:sp>
      <p:sp>
        <p:nvSpPr>
          <p:cNvPr id="211" name="Google Shape;211;p18">
            <a:extLst xmlns:a="http://schemas.openxmlformats.org/drawingml/2006/main">
              <a:ext uri="{FF2B5EF4-FFF2-40B4-BE49-F238E27FC236}">
                <a16:creationId xmlns:a16="http://schemas.microsoft.com/office/drawing/2014/main" id="{2D801286-C3E0-4B84-A7EC-C7B4835C5388}"/>
              </a:ext>
            </a:extLst>
          </p:cNvPr>
          <p:cNvSpPr>
            <a:spLocks xmlns:a="http://schemas.openxmlformats.org/drawingml/2006/main" noGrp="1"/>
          </p:cNvSpPr>
          <p:nvPr/>
        </p:nvSpPr>
        <p:spPr>
          <a:xfrm xmlns:a="http://schemas.openxmlformats.org/drawingml/2006/main" rot="0" flipH="0" flipV="0">
            <a:off x="5143500" y="2190750"/>
            <a:ext cx="3429000" cy="47700"/>
          </a:xfrm>
          <a:prstGeom xmlns:a="http://schemas.openxmlformats.org/drawingml/2006/main" prst="roundRect">
            <a:avLst>
              <a:gd name="adj" fmla="val 50000"/>
            </a:avLst>
          </a:prstGeom>
          <a:solidFill xmlns:a="http://schemas.openxmlformats.org/drawingml/2006/main">
            <a:srgbClr val="7C3AED"/>
          </a:solidFill>
          <a:ln xmlns:a="http://schemas.openxmlformats.org/drawingml/2006/main">
            <a:noFill/>
          </a:ln>
        </p:spPr>
        <p:txBody>
          <a:bodyPr xmlns:a="http://schemas.openxmlformats.org/drawingml/2006/main" spcFirstLastPara="1" wrap="square" lIns="0" tIns="0" rIns="0" bIns="0" anchor="ctr">
            <a:noAutofit/>
          </a:bodyPr>
          <a:lstStyle xmlns:a="http://schemas.openxmlformats.org/drawingml/2006/main"/>
          <a:p xmlns:a="http://schemas.openxmlformats.org/drawingml/2006/main">
            <a:pPr marL="0" lvl="0" indent="0" algn="l">
              <a:spcBef>
                <a:spcPts val="0"/>
              </a:spcBef>
              <a:spcAft>
                <a:spcPts val="0"/>
              </a:spcAft>
              <a:buNone/>
            </a:pPr>
            <a:endParaRPr/>
          </a:p>
        </p:txBody>
      </p:sp>
      <p:sp>
        <p:nvSpPr>
          <p:cNvPr id="212" name="Google Shape;212;p18">
            <a:extLst xmlns:a="http://schemas.openxmlformats.org/drawingml/2006/main">
              <a:ext uri="{FF2B5EF4-FFF2-40B4-BE49-F238E27FC236}">
                <a16:creationId xmlns:a16="http://schemas.microsoft.com/office/drawing/2014/main" id="{46A01FAE-9690-4FE4-A10F-79018F7EE8D4}"/>
              </a:ext>
            </a:extLst>
          </p:cNvPr>
          <p:cNvSpPr>
            <a:spLocks xmlns:a="http://schemas.openxmlformats.org/drawingml/2006/main" noGrp="1"/>
          </p:cNvSpPr>
          <p:nvPr/>
        </p:nvSpPr>
        <p:spPr>
          <a:xfrm xmlns:a="http://schemas.openxmlformats.org/drawingml/2006/main" rot="0" flipH="0" flipV="0">
            <a:off x="5314950" y="2381250"/>
            <a:ext cx="381000" cy="381000"/>
          </a:xfrm>
          <a:prstGeom xmlns:a="http://schemas.openxmlformats.org/drawingml/2006/main" prst="ellipse">
            <a:avLst/>
          </a:prstGeom>
          <a:solidFill xmlns:a="http://schemas.openxmlformats.org/drawingml/2006/main">
            <a:srgbClr val="F3E8FF"/>
          </a:solidFill>
          <a:ln xmlns:a="http://schemas.openxmlformats.org/drawingml/2006/main">
            <a:noFill/>
          </a:ln>
        </p:spPr>
        <p:txBody>
          <a:bodyPr xmlns:a="http://schemas.openxmlformats.org/drawingml/2006/main" spcFirstLastPara="1" wrap="square" lIns="0" tIns="0" rIns="0" bIns="0" anchor="ctr">
            <a:noAutofit/>
          </a:bodyPr>
          <a:lstStyle xmlns:a="http://schemas.openxmlformats.org/drawingml/2006/main"/>
          <a:p xmlns:a="http://schemas.openxmlformats.org/drawingml/2006/main">
            <a:pPr marL="0" lvl="0" indent="0" algn="l">
              <a:spcBef>
                <a:spcPts val="0"/>
              </a:spcBef>
              <a:spcAft>
                <a:spcPts val="0"/>
              </a:spcAft>
              <a:buNone/>
            </a:pPr>
            <a:endParaRPr/>
          </a:p>
        </p:txBody>
      </p:sp>
      <p:sp>
        <p:nvSpPr>
          <p:cNvPr id="213" name="Google Shape;213;p18">
            <a:extLst xmlns:a="http://schemas.openxmlformats.org/drawingml/2006/main">
              <a:ext uri="{FF2B5EF4-FFF2-40B4-BE49-F238E27FC236}">
                <a16:creationId xmlns:a16="http://schemas.microsoft.com/office/drawing/2014/main" id="{1C747E06-E597-4EA7-95EC-351AEB5D1B70}"/>
              </a:ext>
            </a:extLst>
          </p:cNvPr>
          <p:cNvSpPr>
            <a:spLocks xmlns:a="http://schemas.openxmlformats.org/drawingml/2006/main" noGrp="1"/>
          </p:cNvSpPr>
          <p:nvPr/>
        </p:nvSpPr>
        <p:spPr>
          <a:xfrm xmlns:a="http://schemas.openxmlformats.org/drawingml/2006/main" rot="0" flipH="0" flipV="0">
            <a:off x="5314950" y="2410460"/>
            <a:ext cx="381000" cy="381000"/>
          </a:xfrm>
          <a:prstGeom xmlns:a="http://schemas.openxmlformats.org/drawingml/2006/main" prst="rect">
            <a:avLst/>
          </a:prstGeom>
          <a:solidFill xmlns:a="http://schemas.openxmlformats.org/drawingml/2006/main">
            <a:srgbClr val="000000">
              <a:alpha val="0"/>
            </a:srgbClr>
          </a:solidFill>
          <a:ln xmlns:a="http://schemas.openxmlformats.org/drawingml/2006/main">
            <a:noFill/>
          </a:ln>
        </p:spPr>
        <p:txBody>
          <a:bodyPr xmlns:a="http://schemas.openxmlformats.org/drawingml/2006/main" spcFirstLastPara="1" wrap="square" lIns="0" tIns="0" rIns="0" bIns="0" anchor="ctr">
            <a:noAutofit/>
          </a:bodyPr>
          <a:lstStyle xmlns:a="http://schemas.openxmlformats.org/drawingml/2006/main"/>
          <a:p xmlns:a="http://schemas.openxmlformats.org/drawingml/2006/main">
            <a:pPr marL="0" lvl="0" indent="0" algn="ctr">
              <a:spcBef>
                <a:spcPts val="0"/>
              </a:spcBef>
              <a:spcAft>
                <a:spcPts val="0"/>
              </a:spcAft>
              <a:buNone/>
            </a:pPr>
            <a:endParaRPr sz="2000" b="0">
              <a:solidFill>
                <a:srgbClr val="7C3AED"/>
              </a:solidFill>
              <a:latin typeface="Material Icons"/>
              <a:ea typeface="Material Icons"/>
              <a:cs typeface="Material Icons"/>
            </a:endParaRPr>
          </a:p>
        </p:txBody>
      </p:sp>
      <p:sp>
        <p:nvSpPr>
          <p:cNvPr id="214" name="Google Shape;214;p18">
            <a:extLst xmlns:a="http://schemas.openxmlformats.org/drawingml/2006/main">
              <a:ext uri="{FF2B5EF4-FFF2-40B4-BE49-F238E27FC236}">
                <a16:creationId xmlns:a16="http://schemas.microsoft.com/office/drawing/2014/main" id="{E810F0DA-CE55-4878-A2C8-FB3A6BF6910F}"/>
              </a:ext>
            </a:extLst>
          </p:cNvPr>
          <p:cNvSpPr>
            <a:spLocks xmlns:a="http://schemas.openxmlformats.org/drawingml/2006/main" noGrp="1"/>
          </p:cNvSpPr>
          <p:nvPr/>
        </p:nvSpPr>
        <p:spPr>
          <a:xfrm xmlns:a="http://schemas.openxmlformats.org/drawingml/2006/main" rot="0" flipH="0" flipV="0">
            <a:off x="5810250" y="2362200"/>
            <a:ext cx="2590800" cy="781200"/>
          </a:xfrm>
          <a:prstGeom xmlns:a="http://schemas.openxmlformats.org/drawingml/2006/main" prst="rect">
            <a:avLst/>
          </a:prstGeom>
          <a:solidFill xmlns:a="http://schemas.openxmlformats.org/drawingml/2006/main">
            <a:srgbClr val="000000">
              <a:alpha val="0"/>
            </a:srgbClr>
          </a:solidFill>
          <a:ln xmlns:a="http://schemas.openxmlformats.org/drawingml/2006/main">
            <a:noFill/>
          </a:ln>
        </p:spPr>
        <p:txBody>
          <a:bodyPr xmlns:a="http://schemas.openxmlformats.org/drawingml/2006/main" spcFirstLastPara="1" wrap="square" lIns="0" tIns="0" rIns="0" bIns="0" anchor="t">
            <a:noAutofit/>
          </a:bodyPr>
          <a:lstStyle xmlns:a="http://schemas.openxmlformats.org/drawingml/2006/main"/>
          <a:p xmlns:a="http://schemas.openxmlformats.org/drawingml/2006/main">
            <a:pPr marL="0" lvl="0" indent="0" algn="l">
              <a:spcBef>
                <a:spcPts val="0"/>
              </a:spcBef>
              <a:spcAft>
                <a:spcPts val="0"/>
              </a:spcAft>
              <a:buNone/>
            </a:pPr>
            <a:r>
              <a:rPr sz="1300" b="1">
                <a:solidFill>
                  <a:srgbClr val="0F172A"/>
                </a:solidFill>
                <a:latin typeface="Arial"/>
                <a:ea typeface="Arial"/>
                <a:cs typeface="Arial"/>
              </a:rPr>
              <a:t>2. model_information</a:t>
            </a:r>
            <a:endParaRPr sz="1300" b="1">
              <a:solidFill>
                <a:srgbClr val="0F172A"/>
              </a:solidFill>
              <a:latin typeface="Arial"/>
              <a:ea typeface="Arial"/>
              <a:cs typeface="Arial"/>
            </a:endParaRPr>
          </a:p>
          <a:p xmlns:a="http://schemas.openxmlformats.org/drawingml/2006/main">
            <a:pPr marL="0" lvl="0" indent="0" algn="l">
              <a:spcBef>
                <a:spcPts val="600"/>
              </a:spcBef>
              <a:spcAft>
                <a:spcPts val="0"/>
              </a:spcAft>
              <a:buNone/>
            </a:pPr>
            <a:r>
              <a:rPr sz="1050" b="0">
                <a:solidFill>
                  <a:srgbClr val="475569"/>
                </a:solidFill>
                <a:latin typeface="Arial"/>
                <a:ea typeface="Arial"/>
                <a:cs typeface="Arial"/>
              </a:rPr>
              <a:t>Lưu metadata và metrics của các mô hình đã train.</a:t>
            </a:r>
            <a:endParaRPr sz="1050" b="0">
              <a:solidFill>
                <a:srgbClr val="475569"/>
              </a:solidFill>
              <a:latin typeface="Arial"/>
              <a:ea typeface="Arial"/>
              <a:cs typeface="Arial"/>
            </a:endParaRPr>
          </a:p>
        </p:txBody>
      </p:sp>
      <p:sp>
        <p:nvSpPr>
          <p:cNvPr id="216" name="Google Shape;216;p18">
            <a:extLst xmlns:a="http://schemas.openxmlformats.org/drawingml/2006/main">
              <a:ext uri="{FF2B5EF4-FFF2-40B4-BE49-F238E27FC236}">
                <a16:creationId xmlns:a16="http://schemas.microsoft.com/office/drawing/2014/main" id="{1472C826-D3EF-401E-AB42-A644342A9E8E}"/>
              </a:ext>
            </a:extLst>
          </p:cNvPr>
          <p:cNvSpPr>
            <a:spLocks xmlns:a="http://schemas.openxmlformats.org/drawingml/2006/main" noGrp="1"/>
          </p:cNvSpPr>
          <p:nvPr/>
        </p:nvSpPr>
        <p:spPr>
          <a:xfrm xmlns:a="http://schemas.openxmlformats.org/drawingml/2006/main" rot="0" flipH="0" flipV="0">
            <a:off x="5143500" y="3429000"/>
            <a:ext cx="3429000" cy="1095300"/>
          </a:xfrm>
          <a:prstGeom xmlns:a="http://schemas.openxmlformats.org/drawingml/2006/main" prst="roundRect">
            <a:avLst>
              <a:gd name="adj" fmla="val 10434"/>
            </a:avLst>
          </a:prstGeom>
          <a:solidFill xmlns:a="http://schemas.openxmlformats.org/drawingml/2006/main">
            <a:srgbClr val="FFFFFF"/>
          </a:solidFill>
          <a:ln xmlns:a="http://schemas.openxmlformats.org/drawingml/2006/main" w="14300" cmpd="sng">
            <a:solidFill>
              <a:srgbClr val="E2E8F0"/>
            </a:solidFill>
            <a:prstDash val="solid"/>
            <a:headEnd type="none" w="sm" len="sm"/>
            <a:tailEnd type="none" w="sm" len="sm"/>
          </a:ln>
        </p:spPr>
        <p:txBody>
          <a:bodyPr xmlns:a="http://schemas.openxmlformats.org/drawingml/2006/main" spcFirstLastPara="1" wrap="square" lIns="0" tIns="0" rIns="0" bIns="0" anchor="ctr">
            <a:noAutofit/>
          </a:bodyPr>
          <a:lstStyle xmlns:a="http://schemas.openxmlformats.org/drawingml/2006/main"/>
          <a:p xmlns:a="http://schemas.openxmlformats.org/drawingml/2006/main">
            <a:pPr marL="0" lvl="0" indent="0" algn="l">
              <a:spcBef>
                <a:spcPts val="0"/>
              </a:spcBef>
              <a:spcAft>
                <a:spcPts val="0"/>
              </a:spcAft>
              <a:buNone/>
            </a:pPr>
            <a:endParaRPr/>
          </a:p>
        </p:txBody>
      </p:sp>
      <p:sp>
        <p:nvSpPr>
          <p:cNvPr id="217" name="Google Shape;217;p18">
            <a:extLst xmlns:a="http://schemas.openxmlformats.org/drawingml/2006/main">
              <a:ext uri="{FF2B5EF4-FFF2-40B4-BE49-F238E27FC236}">
                <a16:creationId xmlns:a16="http://schemas.microsoft.com/office/drawing/2014/main" id="{27D83848-1354-4FDF-8147-E243E72559EF}"/>
              </a:ext>
            </a:extLst>
          </p:cNvPr>
          <p:cNvSpPr>
            <a:spLocks xmlns:a="http://schemas.openxmlformats.org/drawingml/2006/main" noGrp="1"/>
          </p:cNvSpPr>
          <p:nvPr/>
        </p:nvSpPr>
        <p:spPr>
          <a:xfrm xmlns:a="http://schemas.openxmlformats.org/drawingml/2006/main" rot="0" flipH="0" flipV="0">
            <a:off x="5143500" y="3429000"/>
            <a:ext cx="3429000" cy="47700"/>
          </a:xfrm>
          <a:prstGeom xmlns:a="http://schemas.openxmlformats.org/drawingml/2006/main" prst="roundRect">
            <a:avLst>
              <a:gd name="adj" fmla="val 50000"/>
            </a:avLst>
          </a:prstGeom>
          <a:solidFill xmlns:a="http://schemas.openxmlformats.org/drawingml/2006/main">
            <a:srgbClr val="0D9488"/>
          </a:solidFill>
          <a:ln xmlns:a="http://schemas.openxmlformats.org/drawingml/2006/main">
            <a:noFill/>
          </a:ln>
        </p:spPr>
        <p:txBody>
          <a:bodyPr xmlns:a="http://schemas.openxmlformats.org/drawingml/2006/main" spcFirstLastPara="1" wrap="square" lIns="0" tIns="0" rIns="0" bIns="0" anchor="ctr">
            <a:noAutofit/>
          </a:bodyPr>
          <a:lstStyle xmlns:a="http://schemas.openxmlformats.org/drawingml/2006/main"/>
          <a:p xmlns:a="http://schemas.openxmlformats.org/drawingml/2006/main">
            <a:pPr marL="0" lvl="0" indent="0" algn="l">
              <a:spcBef>
                <a:spcPts val="0"/>
              </a:spcBef>
              <a:spcAft>
                <a:spcPts val="0"/>
              </a:spcAft>
              <a:buNone/>
            </a:pPr>
            <a:endParaRPr/>
          </a:p>
        </p:txBody>
      </p:sp>
      <p:sp>
        <p:nvSpPr>
          <p:cNvPr id="218" name="Google Shape;218;p18">
            <a:extLst xmlns:a="http://schemas.openxmlformats.org/drawingml/2006/main">
              <a:ext uri="{FF2B5EF4-FFF2-40B4-BE49-F238E27FC236}">
                <a16:creationId xmlns:a16="http://schemas.microsoft.com/office/drawing/2014/main" id="{E3000DEE-FF14-4B70-AD12-EECE0B615919}"/>
              </a:ext>
            </a:extLst>
          </p:cNvPr>
          <p:cNvSpPr>
            <a:spLocks xmlns:a="http://schemas.openxmlformats.org/drawingml/2006/main" noGrp="1"/>
          </p:cNvSpPr>
          <p:nvPr/>
        </p:nvSpPr>
        <p:spPr>
          <a:xfrm xmlns:a="http://schemas.openxmlformats.org/drawingml/2006/main" rot="0" flipH="0" flipV="0">
            <a:off x="5314950" y="3619500"/>
            <a:ext cx="381000" cy="381000"/>
          </a:xfrm>
          <a:prstGeom xmlns:a="http://schemas.openxmlformats.org/drawingml/2006/main" prst="ellipse">
            <a:avLst/>
          </a:prstGeom>
          <a:solidFill xmlns:a="http://schemas.openxmlformats.org/drawingml/2006/main">
            <a:srgbClr val="CCFBF1"/>
          </a:solidFill>
          <a:ln xmlns:a="http://schemas.openxmlformats.org/drawingml/2006/main">
            <a:noFill/>
          </a:ln>
        </p:spPr>
        <p:txBody>
          <a:bodyPr xmlns:a="http://schemas.openxmlformats.org/drawingml/2006/main" spcFirstLastPara="1" wrap="square" lIns="0" tIns="0" rIns="0" bIns="0" anchor="ctr">
            <a:noAutofit/>
          </a:bodyPr>
          <a:lstStyle xmlns:a="http://schemas.openxmlformats.org/drawingml/2006/main"/>
          <a:p xmlns:a="http://schemas.openxmlformats.org/drawingml/2006/main">
            <a:pPr marL="0" lvl="0" indent="0" algn="l">
              <a:spcBef>
                <a:spcPts val="0"/>
              </a:spcBef>
              <a:spcAft>
                <a:spcPts val="0"/>
              </a:spcAft>
              <a:buNone/>
            </a:pPr>
            <a:endParaRPr/>
          </a:p>
        </p:txBody>
      </p:sp>
      <p:sp>
        <p:nvSpPr>
          <p:cNvPr id="219" name="Google Shape;219;p18">
            <a:extLst xmlns:a="http://schemas.openxmlformats.org/drawingml/2006/main">
              <a:ext uri="{FF2B5EF4-FFF2-40B4-BE49-F238E27FC236}">
                <a16:creationId xmlns:a16="http://schemas.microsoft.com/office/drawing/2014/main" id="{AAA67F51-F276-4D34-8939-4F0F7A9F8580}"/>
              </a:ext>
            </a:extLst>
          </p:cNvPr>
          <p:cNvSpPr>
            <a:spLocks xmlns:a="http://schemas.openxmlformats.org/drawingml/2006/main" noGrp="1"/>
          </p:cNvSpPr>
          <p:nvPr/>
        </p:nvSpPr>
        <p:spPr>
          <a:xfrm xmlns:a="http://schemas.openxmlformats.org/drawingml/2006/main" rot="0" flipH="0" flipV="0">
            <a:off x="5314950" y="3648710"/>
            <a:ext cx="381000" cy="381000"/>
          </a:xfrm>
          <a:prstGeom xmlns:a="http://schemas.openxmlformats.org/drawingml/2006/main" prst="rect">
            <a:avLst/>
          </a:prstGeom>
          <a:solidFill xmlns:a="http://schemas.openxmlformats.org/drawingml/2006/main">
            <a:srgbClr val="000000">
              <a:alpha val="0"/>
            </a:srgbClr>
          </a:solidFill>
          <a:ln xmlns:a="http://schemas.openxmlformats.org/drawingml/2006/main">
            <a:noFill/>
          </a:ln>
        </p:spPr>
        <p:txBody>
          <a:bodyPr xmlns:a="http://schemas.openxmlformats.org/drawingml/2006/main" spcFirstLastPara="1" wrap="square" lIns="0" tIns="0" rIns="0" bIns="0" anchor="ctr">
            <a:noAutofit/>
          </a:bodyPr>
          <a:lstStyle xmlns:a="http://schemas.openxmlformats.org/drawingml/2006/main"/>
          <a:p xmlns:a="http://schemas.openxmlformats.org/drawingml/2006/main">
            <a:pPr marL="0" lvl="0" indent="0" algn="ctr">
              <a:spcBef>
                <a:spcPts val="0"/>
              </a:spcBef>
              <a:spcAft>
                <a:spcPts val="0"/>
              </a:spcAft>
              <a:buNone/>
            </a:pPr>
            <a:endParaRPr sz="2000" b="0">
              <a:solidFill>
                <a:srgbClr val="0D9488"/>
              </a:solidFill>
              <a:latin typeface="Material Icons"/>
              <a:ea typeface="Material Icons"/>
              <a:cs typeface="Material Icons"/>
            </a:endParaRPr>
          </a:p>
        </p:txBody>
      </p:sp>
      <p:sp>
        <p:nvSpPr>
          <p:cNvPr id="220" name="Google Shape;220;p18">
            <a:extLst xmlns:a="http://schemas.openxmlformats.org/drawingml/2006/main">
              <a:ext uri="{FF2B5EF4-FFF2-40B4-BE49-F238E27FC236}">
                <a16:creationId xmlns:a16="http://schemas.microsoft.com/office/drawing/2014/main" id="{6DA070FD-694B-4357-B4AE-467D160365E4}"/>
              </a:ext>
            </a:extLst>
          </p:cNvPr>
          <p:cNvSpPr>
            <a:spLocks xmlns:a="http://schemas.openxmlformats.org/drawingml/2006/main" noGrp="1"/>
          </p:cNvSpPr>
          <p:nvPr/>
        </p:nvSpPr>
        <p:spPr>
          <a:xfrm xmlns:a="http://schemas.openxmlformats.org/drawingml/2006/main" rot="0" flipH="0" flipV="0">
            <a:off x="5810250" y="3600450"/>
            <a:ext cx="2590800" cy="781200"/>
          </a:xfrm>
          <a:prstGeom xmlns:a="http://schemas.openxmlformats.org/drawingml/2006/main" prst="rect">
            <a:avLst/>
          </a:prstGeom>
          <a:solidFill xmlns:a="http://schemas.openxmlformats.org/drawingml/2006/main">
            <a:srgbClr val="000000">
              <a:alpha val="0"/>
            </a:srgbClr>
          </a:solidFill>
          <a:ln xmlns:a="http://schemas.openxmlformats.org/drawingml/2006/main">
            <a:noFill/>
          </a:ln>
        </p:spPr>
        <p:txBody>
          <a:bodyPr xmlns:a="http://schemas.openxmlformats.org/drawingml/2006/main" spcFirstLastPara="1" wrap="square" lIns="0" tIns="0" rIns="0" bIns="0" anchor="t">
            <a:noAutofit/>
          </a:bodyPr>
          <a:lstStyle xmlns:a="http://schemas.openxmlformats.org/drawingml/2006/main"/>
          <a:p xmlns:a="http://schemas.openxmlformats.org/drawingml/2006/main">
            <a:pPr marL="0" lvl="0" indent="0" algn="l">
              <a:spcBef>
                <a:spcPts val="0"/>
              </a:spcBef>
              <a:spcAft>
                <a:spcPts val="0"/>
              </a:spcAft>
              <a:buNone/>
            </a:pPr>
            <a:r>
              <a:rPr sz="1300" b="1">
                <a:solidFill>
                  <a:srgbClr val="0F172A"/>
                </a:solidFill>
                <a:latin typeface="Arial"/>
                <a:ea typeface="Arial"/>
                <a:cs typeface="Arial"/>
              </a:rPr>
              <a:t>3. email_classification</a:t>
            </a:r>
            <a:endParaRPr sz="1300" b="1">
              <a:solidFill>
                <a:srgbClr val="0F172A"/>
              </a:solidFill>
              <a:latin typeface="Arial"/>
              <a:ea typeface="Arial"/>
              <a:cs typeface="Arial"/>
            </a:endParaRPr>
          </a:p>
          <a:p xmlns:a="http://schemas.openxmlformats.org/drawingml/2006/main">
            <a:pPr marL="0" lvl="0" indent="0" algn="l">
              <a:spcBef>
                <a:spcPts val="600"/>
              </a:spcBef>
              <a:spcAft>
                <a:spcPts val="0"/>
              </a:spcAft>
              <a:buNone/>
            </a:pPr>
            <a:r>
              <a:rPr sz="1050" b="0">
                <a:solidFill>
                  <a:srgbClr val="475569"/>
                </a:solidFill>
                <a:latin typeface="Arial"/>
                <a:ea typeface="Arial"/>
                <a:cs typeface="Arial"/>
              </a:rPr>
              <a:t>Lưu lịch sử dự đoán của người dùng.</a:t>
            </a:r>
            <a:endParaRPr sz="1050" b="0">
              <a:solidFill>
                <a:srgbClr val="475569"/>
              </a:solidFill>
              <a:latin typeface="Arial"/>
              <a:ea typeface="Arial"/>
              <a:cs typeface="Arial"/>
            </a:endParaRPr>
          </a:p>
        </p:txBody>
      </p:sp>
      <p:pic>
        <p:nvPicPr>
          <p:cNvPr id="244" name="Graphic 4"/>
          <p:cNvPicPr>
            <a:picLocks xmlns:a="http://schemas.openxmlformats.org/drawingml/2006/main" noChangeAspect="1"/>
          </p:cNvPicPr>
          <p:nvPr/>
        </p:nvPicPr>
        <p:blipFill>
          <a:blip xmlns:r="http://schemas.openxmlformats.org/officeDocument/2006/relationships" xmlns:a="http://schemas.openxmlformats.org/drawingml/2006/main" r:embed="Rf314cd6d7748444f">
            <a:extLst>
              <a:ext uri="{96DAC541-7B7A-43D3-8B79-37D633B846F1}">
                <asvg:svgBlip xmlns:asvg="http://schemas.microsoft.com/office/drawing/2016/SVG/main" r:embed="R9e4975b69bdd465f"/>
              </a:ext>
            </a:extLst>
          </a:blip>
          <a:stretch xmlns:a="http://schemas.openxmlformats.org/drawingml/2006/main">
            <a:fillRect l="0" t="0" r="0" b="0"/>
          </a:stretch>
        </p:blipFill>
        <p:spPr>
          <a:xfrm xmlns:a="http://schemas.openxmlformats.org/drawingml/2006/main">
            <a:off x="5391150" y="1224915"/>
            <a:ext cx="228600" cy="228600"/>
          </a:xfrm>
          <a:prstGeom xmlns:a="http://schemas.openxmlformats.org/drawingml/2006/main" prst="rect">
            <a:avLst/>
          </a:prstGeom>
        </p:spPr>
      </p:pic>
      <p:pic>
        <p:nvPicPr>
          <p:cNvPr id="245" name="Graphic 6"/>
          <p:cNvPicPr>
            <a:picLocks xmlns:a="http://schemas.openxmlformats.org/drawingml/2006/main" noChangeAspect="1"/>
          </p:cNvPicPr>
          <p:nvPr/>
        </p:nvPicPr>
        <p:blipFill>
          <a:blip xmlns:r="http://schemas.openxmlformats.org/officeDocument/2006/relationships" xmlns:a="http://schemas.openxmlformats.org/drawingml/2006/main" r:embed="R5db9e13722954804">
            <a:extLst>
              <a:ext uri="{96DAC541-7B7A-43D3-8B79-37D633B846F1}">
                <asvg:svgBlip xmlns:asvg="http://schemas.microsoft.com/office/drawing/2016/SVG/main" r:embed="R021be1c84bc54e22"/>
              </a:ext>
            </a:extLst>
          </a:blip>
          <a:stretch xmlns:a="http://schemas.openxmlformats.org/drawingml/2006/main">
            <a:fillRect l="0" t="0" r="0" b="0"/>
          </a:stretch>
        </p:blipFill>
        <p:spPr>
          <a:xfrm xmlns:a="http://schemas.openxmlformats.org/drawingml/2006/main">
            <a:off x="5391150" y="2457450"/>
            <a:ext cx="228600" cy="228600"/>
          </a:xfrm>
          <a:prstGeom xmlns:a="http://schemas.openxmlformats.org/drawingml/2006/main" prst="rect">
            <a:avLst/>
          </a:prstGeom>
        </p:spPr>
      </p:pic>
      <p:pic>
        <p:nvPicPr>
          <p:cNvPr id="246" name="Graphic 8"/>
          <p:cNvPicPr>
            <a:picLocks xmlns:a="http://schemas.openxmlformats.org/drawingml/2006/main" noChangeAspect="1"/>
          </p:cNvPicPr>
          <p:nvPr/>
        </p:nvPicPr>
        <p:blipFill>
          <a:blip xmlns:r="http://schemas.openxmlformats.org/officeDocument/2006/relationships" xmlns:a="http://schemas.openxmlformats.org/drawingml/2006/main" r:embed="R82011f1f63aa47b7">
            <a:extLst>
              <a:ext uri="{96DAC541-7B7A-43D3-8B79-37D633B846F1}">
                <asvg:svgBlip xmlns:asvg="http://schemas.microsoft.com/office/drawing/2016/SVG/main" r:embed="R9327c72cfd9741e3"/>
              </a:ext>
            </a:extLst>
          </a:blip>
          <a:stretch xmlns:a="http://schemas.openxmlformats.org/drawingml/2006/main">
            <a:fillRect l="0" t="0" r="0" b="0"/>
          </a:stretch>
        </p:blipFill>
        <p:spPr>
          <a:xfrm xmlns:a="http://schemas.openxmlformats.org/drawingml/2006/main">
            <a:off x="5391150" y="3689985"/>
            <a:ext cx="228600" cy="228600"/>
          </a:xfrm>
          <a:prstGeom xmlns:a="http://schemas.openxmlformats.org/drawingml/2006/main" prst="rect">
            <a:avLst/>
          </a:prstGeom>
        </p:spPr>
      </p:pic>
      <p:sp>
        <p:nvSpPr>
          <p:cNvPr id="225" name="updated-Liên hệ theo giá trị mode">
            <a:extLst xmlns:a="http://schemas.openxmlformats.org/drawingml/2006/main">
              <a:ext uri="{FF2B5EF4-FFF2-40B4-BE49-F238E27FC236}">
                <a16:creationId xmlns:a16="http://schemas.microsoft.com/office/drawing/2014/main" id="{5E5DD364-C47A-4720-9DB1-524A26A5602B}"/>
              </a:ext>
            </a:extLst>
          </p:cNvPr>
          <p:cNvSpPr>
            <a:spLocks xmlns:a="http://schemas.openxmlformats.org/drawingml/2006/main" noGrp="1"/>
          </p:cNvSpPr>
          <p:nvPr/>
        </p:nvSpPr>
        <p:spPr>
          <a:xfrm xmlns:a="http://schemas.openxmlformats.org/drawingml/2006/main">
            <a:off x="571500" y="4857750"/>
            <a:ext cx="80010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975" b="0">
                <a:solidFill>
                  <a:srgbClr val="1E293B"/>
                </a:solidFill>
                <a:latin typeface="Arial"/>
                <a:ea typeface="Arial"/>
                <a:cs typeface="Arial"/>
              </a:defRPr>
            </a:pPr>
            <a:r>
              <a:rPr sz="975" b="0">
                <a:solidFill>
                  <a:srgbClr val="1E293B"/>
                </a:solidFill>
                <a:latin typeface="Arial"/>
                <a:ea typeface="Arial"/>
                <a:cs typeface="Arial"/>
              </a:rPr>
              <a:t>Liên hệ theo giá trị model_version; mã nguồn hiện chưa khai báo khóa ngoại.</a:t>
            </a:r>
          </a:p>
        </p:txBody>
      </p:sp>
    </p:spTree>
    <p:extLst>
      <p:ext uri="{BB962C8B-B14F-4D97-AF65-F5344CB8AC3E}">
        <p14:creationId xmlns:p14="http://schemas.microsoft.com/office/powerpoint/2010/main" val="790375993"/>
      </p:ext>
    </p:extLst>
  </p:cSld>
</p:sld>
</file>

<file path=ppt/slides/slide6.xml><?xml version="1.0" encoding="utf-8"?>
<p:sld xmlns:p="http://schemas.openxmlformats.org/presentationml/2006/main">
  <p:cSld>
    <p:spTree>
      <p:nvGrpSpPr>
        <p:cNvPr id="1" name=""/>
        <p:cNvGrpSpPr/>
        <p:nvPr/>
      </p:nvGrpSpPr>
      <p:grpSpPr>
        <a:xfrm xmlns:a="http://schemas.openxmlformats.org/drawingml/2006/main"/>
      </p:grpSpPr>
      <p:sp>
        <p:nvSpPr>
          <p:cNvPr id="225" name="Google Shape;225;p19">
            <a:extLst xmlns:a="http://schemas.openxmlformats.org/drawingml/2006/main">
              <a:ext uri="{FF2B5EF4-FFF2-40B4-BE49-F238E27FC236}">
                <a16:creationId xmlns:a16="http://schemas.microsoft.com/office/drawing/2014/main" id="{D2DB7B15-FA05-4BE5-AB6F-97245596CB87}"/>
              </a:ext>
            </a:extLst>
          </p:cNvPr>
          <p:cNvSpPr>
            <a:spLocks xmlns:a="http://schemas.openxmlformats.org/drawingml/2006/main" noGrp="1"/>
          </p:cNvSpPr>
          <p:nvPr/>
        </p:nvSpPr>
        <p:spPr>
          <a:xfrm xmlns:a="http://schemas.openxmlformats.org/drawingml/2006/main">
            <a:off x="0" y="0"/>
            <a:ext cx="9144000" cy="5143500"/>
          </a:xfrm>
          <a:prstGeom xmlns:a="http://schemas.openxmlformats.org/drawingml/2006/main" prst="rect">
            <a:avLst/>
          </a:prstGeom>
          <a:solidFill xmlns:a="http://schemas.openxmlformats.org/drawingml/2006/main">
            <a:srgbClr val="F8FAFC"/>
          </a:solidFill>
          <a:ln xmlns:a="http://schemas.openxmlformats.org/drawingml/2006/main">
            <a:noFill/>
          </a:ln>
        </p:spPr>
        <p:txBody>
          <a:bodyPr xmlns:a="http://schemas.openxmlformats.org/drawingml/2006/main" spcFirstLastPara="1" wrap="square" lIns="0" tIns="0" rIns="0" bIns="0" anchor="ctr">
            <a:noAutofit/>
          </a:bodyPr>
          <a:lstStyle xmlns:a="http://schemas.openxmlformats.org/drawingml/2006/main"/>
          <a:p xmlns:a="http://schemas.openxmlformats.org/drawingml/2006/main">
            <a:pPr marL="0" lvl="0" indent="0" algn="l">
              <a:spcBef>
                <a:spcPts val="0"/>
              </a:spcBef>
              <a:spcAft>
                <a:spcPts val="0"/>
              </a:spcAft>
              <a:buNone/>
            </a:pPr>
            <a:endParaRPr/>
          </a:p>
        </p:txBody>
      </p:sp>
      <p:sp>
        <p:nvSpPr>
          <p:cNvPr id="226" name="Google Shape;226;p19">
            <a:extLst xmlns:a="http://schemas.openxmlformats.org/drawingml/2006/main">
              <a:ext uri="{FF2B5EF4-FFF2-40B4-BE49-F238E27FC236}">
                <a16:creationId xmlns:a16="http://schemas.microsoft.com/office/drawing/2014/main" id="{F128C626-41FA-475A-9B79-A4D03CCC40CA}"/>
              </a:ext>
            </a:extLst>
          </p:cNvPr>
          <p:cNvSpPr>
            <a:spLocks xmlns:a="http://schemas.openxmlformats.org/drawingml/2006/main" noGrp="1"/>
          </p:cNvSpPr>
          <p:nvPr/>
        </p:nvSpPr>
        <p:spPr>
          <a:xfrm xmlns:a="http://schemas.openxmlformats.org/drawingml/2006/main">
            <a:off x="571500" y="333375"/>
            <a:ext cx="8001000" cy="6192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t">
            <a:noAutofit/>
          </a:bodyPr>
          <a:lstStyle xmlns:a="http://schemas.openxmlformats.org/drawingml/2006/main"/>
          <a:p xmlns:a="http://schemas.openxmlformats.org/drawingml/2006/main">
            <a:pPr marL="0" lvl="0" indent="0" algn="l">
              <a:spcBef>
                <a:spcPts val="0"/>
              </a:spcBef>
              <a:spcAft>
                <a:spcPts val="0"/>
              </a:spcAft>
              <a:buNone/>
            </a:pPr>
            <a:r>
              <a:rPr sz="2400" b="1">
                <a:solidFill>
                  <a:srgbClr val="0F172A"/>
                </a:solidFill>
                <a:latin typeface="Arial"/>
                <a:ea typeface="Arial"/>
                <a:cs typeface="Arial"/>
              </a:rPr>
              <a:t>Luồng xử lý phân loại email</a:t>
            </a:r>
            <a:endParaRPr sz="2400" b="1">
              <a:solidFill>
                <a:srgbClr val="0F172A"/>
              </a:solidFill>
              <a:latin typeface="Arial"/>
              <a:ea typeface="Arial"/>
              <a:cs typeface="Arial"/>
            </a:endParaRPr>
          </a:p>
        </p:txBody>
      </p:sp>
      <p:sp>
        <p:nvSpPr>
          <p:cNvPr id="228" name="Google Shape;228;p19">
            <a:extLst xmlns:a="http://schemas.openxmlformats.org/drawingml/2006/main">
              <a:ext uri="{FF2B5EF4-FFF2-40B4-BE49-F238E27FC236}">
                <a16:creationId xmlns:a16="http://schemas.microsoft.com/office/drawing/2014/main" id="{BD0E5703-C8A7-45A6-951C-A745E82B43AF}"/>
              </a:ext>
            </a:extLst>
          </p:cNvPr>
          <p:cNvSpPr>
            <a:spLocks xmlns:a="http://schemas.openxmlformats.org/drawingml/2006/main" noGrp="1"/>
          </p:cNvSpPr>
          <p:nvPr/>
        </p:nvSpPr>
        <p:spPr>
          <a:xfrm xmlns:a="http://schemas.openxmlformats.org/drawingml/2006/main" rot="0" flipH="0" flipV="0">
            <a:off x="2857500" y="857250"/>
            <a:ext cx="5715000" cy="4048200"/>
          </a:xfrm>
          <a:prstGeom xmlns:a="http://schemas.openxmlformats.org/drawingml/2006/main" prst="rect">
            <a:avLst/>
          </a:prstGeom>
          <a:solidFill xmlns:a="http://schemas.openxmlformats.org/drawingml/2006/main">
            <a:srgbClr val="000000">
              <a:alpha val="0"/>
            </a:srgbClr>
          </a:solidFill>
          <a:ln xmlns:a="http://schemas.openxmlformats.org/drawingml/2006/main">
            <a:noFill/>
          </a:ln>
        </p:spPr>
        <p:txBody>
          <a:bodyPr xmlns:a="http://schemas.openxmlformats.org/drawingml/2006/main" spcFirstLastPara="1" wrap="square" lIns="0" tIns="0" rIns="0" bIns="0" anchor="ctr">
            <a:noAutofit/>
          </a:bodyPr>
          <a:lstStyle xmlns:a="http://schemas.openxmlformats.org/drawingml/2006/main"/>
          <a:p xmlns:a="http://schemas.openxmlformats.org/drawingml/2006/main">
            <a:pPr marL="0" lvl="0" indent="0" algn="l">
              <a:spcBef>
                <a:spcPts val="0"/>
              </a:spcBef>
              <a:spcAft>
                <a:spcPts val="0"/>
              </a:spcAft>
              <a:buNone/>
            </a:pPr>
            <a:endParaRPr/>
          </a:p>
        </p:txBody>
      </p:sp>
      <p:sp>
        <p:nvSpPr>
          <p:cNvPr id="229" name="Google Shape;229;p19">
            <a:extLst xmlns:a="http://schemas.openxmlformats.org/drawingml/2006/main">
              <a:ext uri="{FF2B5EF4-FFF2-40B4-BE49-F238E27FC236}">
                <a16:creationId xmlns:a16="http://schemas.microsoft.com/office/drawing/2014/main" id="{A119DEF3-42B8-492C-8205-652AD1CD92A4}"/>
              </a:ext>
            </a:extLst>
          </p:cNvPr>
          <p:cNvSpPr>
            <a:spLocks xmlns:a="http://schemas.openxmlformats.org/drawingml/2006/main" noGrp="1"/>
          </p:cNvSpPr>
          <p:nvPr/>
        </p:nvSpPr>
        <p:spPr>
          <a:xfrm xmlns:a="http://schemas.openxmlformats.org/drawingml/2006/main" rot="0" flipH="0" flipV="0">
            <a:off x="2857500" y="857250"/>
            <a:ext cx="5715000" cy="4048200"/>
          </a:xfrm>
          <a:prstGeom xmlns:a="http://schemas.openxmlformats.org/drawingml/2006/main" prst="rect">
            <a:avLst/>
          </a:prstGeom>
          <a:solidFill xmlns:a="http://schemas.openxmlformats.org/drawingml/2006/main">
            <a:srgbClr val="000000">
              <a:alpha val="0"/>
            </a:srgbClr>
          </a:solidFill>
          <a:ln xmlns:a="http://schemas.openxmlformats.org/drawingml/2006/main">
            <a:noFill/>
          </a:ln>
        </p:spPr>
        <p:txBody>
          <a:bodyPr xmlns:a="http://schemas.openxmlformats.org/drawingml/2006/main" spcFirstLastPara="1" wrap="square" lIns="0" tIns="0" rIns="0" bIns="0" anchor="t">
            <a:noAutofit/>
          </a:bodyPr>
          <a:lstStyle xmlns:a="http://schemas.openxmlformats.org/drawingml/2006/main"/>
          <a:p xmlns:a="http://schemas.openxmlformats.org/drawingml/2006/main">
            <a:pPr marL="0" lvl="0" indent="0" algn="l">
              <a:spcBef>
                <a:spcPts val="0"/>
              </a:spcBef>
              <a:spcAft>
                <a:spcPts val="0"/>
              </a:spcAft>
              <a:buNone/>
            </a:pPr>
            <a:r>
              <a:rPr sz="1150" b="0" i="0">
                <a:solidFill>
                  <a:srgbClr val="0F172A"/>
                </a:solidFill>
                <a:latin typeface="Arial"/>
                <a:ea typeface="Arial"/>
                <a:cs typeface="Arial"/>
              </a:rPr>
              <a:t>Quy trình </a:t>
            </a:r>
            <a:r>
              <a:rPr sz="1150" b="1" i="0">
                <a:solidFill>
                  <a:srgbClr val="0F172A"/>
                </a:solidFill>
                <a:latin typeface="Arial"/>
                <a:ea typeface="Arial"/>
                <a:cs typeface="Arial"/>
              </a:rPr>
              <a:t>Phân loại email</a:t>
            </a:r>
            <a:r>
              <a:rPr sz="1150" b="0" i="0">
                <a:solidFill>
                  <a:srgbClr val="0F172A"/>
                </a:solidFill>
                <a:latin typeface="Arial"/>
                <a:ea typeface="Arial"/>
                <a:cs typeface="Arial"/>
              </a:rPr>
              <a:t> xử lý yêu cầu kiểm tra email từ người dùng với luồng thực thi tổng quan như sau:</a:t>
            </a:r>
            <a:endParaRPr sz="1150" b="0" i="0">
              <a:solidFill>
                <a:srgbClr val="0F172A"/>
              </a:solidFill>
              <a:latin typeface="Arial"/>
              <a:ea typeface="Arial"/>
              <a:cs typeface="Arial"/>
            </a:endParaRPr>
          </a:p>
          <a:p xmlns:a="http://schemas.openxmlformats.org/drawingml/2006/main">
            <a:pPr marL="457200" lvl="0" indent="-301625" algn="l">
              <a:spcBef>
                <a:spcPts val="1200"/>
              </a:spcBef>
              <a:spcAft>
                <a:spcPts val="0"/>
              </a:spcAft>
              <a:buClr>
                <a:srgbClr val="0F172A"/>
              </a:buClr>
              <a:buSzPts val="1150"/>
              <a:buFont typeface="Arial"/>
              <a:buChar char="●"/>
            </a:pPr>
            <a:r>
              <a:rPr sz="1100" b="1" i="0">
                <a:solidFill>
                  <a:srgbClr val="0F172A"/>
                </a:solidFill>
                <a:latin typeface="Arial"/>
                <a:ea typeface="Arial"/>
                <a:cs typeface="Arial"/>
              </a:rPr>
              <a:t>Tiếp nhận &amp; Kiểm tra đầu vào:</a:t>
            </a:r>
            <a:r>
              <a:rPr sz="1100" b="0" i="0">
                <a:solidFill>
                  <a:srgbClr val="334155"/>
                </a:solidFill>
                <a:latin typeface="Arial"/>
                <a:ea typeface="Arial"/>
                <a:cs typeface="Arial"/>
              </a:rPr>
              <a:t> Hệ thống tiếp nhận nội dung email từ người dùng, kiểm tra tính hợp lệ của dữ liệu đầu vào và kích hoạt mô hình học máy đang hoạt động (active model).</a:t>
            </a:r>
            <a:endParaRPr sz="1150" b="0" i="0">
              <a:solidFill>
                <a:srgbClr val="0F172A"/>
              </a:solidFill>
              <a:latin typeface="Arial"/>
              <a:ea typeface="Arial"/>
              <a:cs typeface="Arial"/>
            </a:endParaRPr>
          </a:p>
          <a:p xmlns:a="http://schemas.openxmlformats.org/drawingml/2006/main">
            <a:pPr marL="457200" lvl="0" indent="-301625" algn="l">
              <a:spcBef>
                <a:spcPts val="1200"/>
              </a:spcBef>
              <a:spcAft>
                <a:spcPts val="0"/>
              </a:spcAft>
              <a:buClr>
                <a:srgbClr val="0F172A"/>
              </a:buClr>
              <a:buSzPts val="1150"/>
              <a:buFont typeface="Arial"/>
              <a:buChar char="●"/>
            </a:pPr>
            <a:r>
              <a:rPr sz="1100" b="1" i="0">
                <a:solidFill>
                  <a:srgbClr val="0F172A"/>
                </a:solidFill>
                <a:latin typeface="Arial"/>
                <a:ea typeface="Arial"/>
                <a:cs typeface="Arial"/>
              </a:rPr>
              <a:t>Tiền xử lý &amp; Dự đoán Spam:</a:t>
            </a:r>
            <a:r>
              <a:rPr sz="1100" b="0" i="0">
                <a:solidFill>
                  <a:srgbClr val="334155"/>
                </a:solidFill>
                <a:latin typeface="Arial"/>
                <a:ea typeface="Arial"/>
                <a:cs typeface="Arial"/>
              </a:rPr>
              <a:t> </a:t>
            </a:r>
            <a:r>
              <a:rPr sz="1100" b="0" i="0">
                <a:solidFill>
                  <a:srgbClr val="334155"/>
                </a:solidFill>
                <a:latin typeface="Arial"/>
                <a:ea typeface="Arial"/>
                <a:cs typeface="Arial"/>
              </a:rPr>
              <a:t>Sau tiền xử lý giữ dấu tiếng Việt và chuyển văn bản thành vector TF-IDF</a:t>
            </a:r>
            <a:r>
              <a:rPr sz="1100" b="0" i="0">
                <a:solidFill>
                  <a:srgbClr val="334155"/>
                </a:solidFill>
                <a:latin typeface="Arial"/>
                <a:ea typeface="Arial"/>
                <a:cs typeface="Arial"/>
              </a:rPr>
              <a:t>, hệ thống sử dụng thuật toán Multinomial Naive Bayes để dự đoán email là Spam hay không Spam kèm theo độ tin cậy.</a:t>
            </a:r>
            <a:endParaRPr sz="1150" b="0" i="0">
              <a:solidFill>
                <a:srgbClr val="0F172A"/>
              </a:solidFill>
              <a:latin typeface="Arial"/>
              <a:ea typeface="Arial"/>
              <a:cs typeface="Arial"/>
            </a:endParaRPr>
          </a:p>
          <a:p xmlns:a="http://schemas.openxmlformats.org/drawingml/2006/main">
            <a:pPr marL="457200" lvl="0" indent="-301625" algn="l">
              <a:spcBef>
                <a:spcPts val="1200"/>
              </a:spcBef>
              <a:spcAft>
                <a:spcPts val="0"/>
              </a:spcAft>
              <a:buClr>
                <a:srgbClr val="0F172A"/>
              </a:buClr>
              <a:buSzPts val="1150"/>
              <a:buFont typeface="Arial"/>
              <a:buChar char="●"/>
            </a:pPr>
            <a:r>
              <a:rPr sz="1100" b="1" i="0">
                <a:solidFill>
                  <a:srgbClr val="0F172A"/>
                </a:solidFill>
                <a:latin typeface="Arial"/>
                <a:ea typeface="Arial"/>
                <a:cs typeface="Arial"/>
              </a:rPr>
              <a:t>Lưu dữ liệu &amp; Trả kết quả:</a:t>
            </a:r>
            <a:r>
              <a:rPr sz="1100" b="0" i="0">
                <a:solidFill>
                  <a:srgbClr val="334155"/>
                </a:solidFill>
                <a:latin typeface="Arial"/>
                <a:ea typeface="Arial"/>
                <a:cs typeface="Arial"/>
              </a:rPr>
              <a:t> Cuối cùng, kết quả cùng phiên bản mô hình được tự động lưu vào cơ sở dữ liệu để theo dõi lịch sử và phản hồi lại cho giao diện người dùng.</a:t>
            </a:r>
            <a:endParaRPr sz="1150" b="0" i="0">
              <a:solidFill>
                <a:srgbClr val="0F172A"/>
              </a:solidFill>
              <a:latin typeface="Arial"/>
              <a:ea typeface="Arial"/>
              <a:cs typeface="Arial"/>
            </a:endParaRPr>
          </a:p>
        </p:txBody>
      </p:sp>
      <p:pic>
        <p:nvPicPr>
          <p:cNvPr id="235" name="Google Shape;230;p19"/>
          <p:cNvPicPr>
            <a:picLocks xmlns:a="http://schemas.openxmlformats.org/drawingml/2006/main" noChangeAspect="1"/>
          </p:cNvPicPr>
          <p:nvPr/>
        </p:nvPicPr>
        <p:blipFill>
          <a:blip xmlns:r="http://schemas.openxmlformats.org/officeDocument/2006/relationships" xmlns:a="http://schemas.openxmlformats.org/drawingml/2006/main" r:embed="R5d860333fa794993">
            <a:alphaModFix/>
          </a:blip>
          <a:stretch xmlns:a="http://schemas.openxmlformats.org/drawingml/2006/main">
            <a:fillRect l="0" t="0" r="0" b="0"/>
          </a:stretch>
        </p:blipFill>
        <p:spPr>
          <a:xfrm xmlns:a="http://schemas.openxmlformats.org/drawingml/2006/main">
            <a:off x="571500" y="857238"/>
            <a:ext cx="2099974" cy="3916874"/>
          </a:xfrm>
          <a:prstGeom xmlns:a="http://schemas.openxmlformats.org/drawingml/2006/main" prst="rect">
            <a:avLst/>
          </a:prstGeom>
          <a:ln xmlns:a="http://schemas.openxmlformats.org/drawingml/2006/main">
            <a:noFill/>
          </a:ln>
        </p:spPr>
      </p:pic>
    </p:spTree>
    <p:extLst>
      <p:ext uri="{BB962C8B-B14F-4D97-AF65-F5344CB8AC3E}">
        <p14:creationId xmlns:p14="http://schemas.microsoft.com/office/powerpoint/2010/main" val="257053628"/>
      </p:ext>
    </p:extLst>
  </p:cSld>
</p:sld>
</file>

<file path=ppt/slides/slide7.xml><?xml version="1.0" encoding="utf-8"?>
<p:sld xmlns:p="http://schemas.openxmlformats.org/presentationml/2006/main">
  <p:cSld>
    <p:spTree>
      <p:nvGrpSpPr>
        <p:cNvPr id="1" name=""/>
        <p:cNvGrpSpPr/>
        <p:nvPr/>
      </p:nvGrpSpPr>
      <p:grpSpPr>
        <a:xfrm xmlns:a="http://schemas.openxmlformats.org/drawingml/2006/main"/>
      </p:grpSpPr>
      <p:sp>
        <p:nvSpPr>
          <p:cNvPr id="235" name="Google Shape;235;p20">
            <a:extLst xmlns:a="http://schemas.openxmlformats.org/drawingml/2006/main">
              <a:ext uri="{FF2B5EF4-FFF2-40B4-BE49-F238E27FC236}">
                <a16:creationId xmlns:a16="http://schemas.microsoft.com/office/drawing/2014/main" id="{FD964071-51AC-49CE-9E40-917E00749593}"/>
              </a:ext>
            </a:extLst>
          </p:cNvPr>
          <p:cNvSpPr>
            <a:spLocks xmlns:a="http://schemas.openxmlformats.org/drawingml/2006/main" noGrp="1"/>
          </p:cNvSpPr>
          <p:nvPr/>
        </p:nvSpPr>
        <p:spPr>
          <a:xfrm xmlns:a="http://schemas.openxmlformats.org/drawingml/2006/main">
            <a:off x="34325" y="42875"/>
            <a:ext cx="9144000" cy="5143500"/>
          </a:xfrm>
          <a:prstGeom xmlns:a="http://schemas.openxmlformats.org/drawingml/2006/main" prst="rect">
            <a:avLst/>
          </a:prstGeom>
          <a:solidFill xmlns:a="http://schemas.openxmlformats.org/drawingml/2006/main">
            <a:srgbClr val="F8FAFC"/>
          </a:solidFill>
          <a:ln xmlns:a="http://schemas.openxmlformats.org/drawingml/2006/main">
            <a:noFill/>
          </a:ln>
        </p:spPr>
        <p:txBody>
          <a:bodyPr xmlns:a="http://schemas.openxmlformats.org/drawingml/2006/main" spcFirstLastPara="1" wrap="square" lIns="0" tIns="0" rIns="0" bIns="0" anchor="ctr">
            <a:noAutofit/>
          </a:bodyPr>
          <a:lstStyle xmlns:a="http://schemas.openxmlformats.org/drawingml/2006/main"/>
          <a:p xmlns:a="http://schemas.openxmlformats.org/drawingml/2006/main">
            <a:pPr marL="0" lvl="0" indent="0" algn="l">
              <a:spcBef>
                <a:spcPts val="0"/>
              </a:spcBef>
              <a:spcAft>
                <a:spcPts val="0"/>
              </a:spcAft>
              <a:buNone/>
            </a:pPr>
            <a:endParaRPr/>
          </a:p>
        </p:txBody>
      </p:sp>
      <p:sp>
        <p:nvSpPr>
          <p:cNvPr id="236" name="Google Shape;236;p20">
            <a:extLst xmlns:a="http://schemas.openxmlformats.org/drawingml/2006/main">
              <a:ext uri="{FF2B5EF4-FFF2-40B4-BE49-F238E27FC236}">
                <a16:creationId xmlns:a16="http://schemas.microsoft.com/office/drawing/2014/main" id="{DA3D1B59-0DF0-4C08-B2EE-5D1D5794AF28}"/>
              </a:ext>
            </a:extLst>
          </p:cNvPr>
          <p:cNvSpPr>
            <a:spLocks xmlns:a="http://schemas.openxmlformats.org/drawingml/2006/main" noGrp="1"/>
          </p:cNvSpPr>
          <p:nvPr/>
        </p:nvSpPr>
        <p:spPr>
          <a:xfrm xmlns:a="http://schemas.openxmlformats.org/drawingml/2006/main">
            <a:off x="571500" y="333375"/>
            <a:ext cx="8001000" cy="6192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t">
            <a:noAutofit/>
          </a:bodyPr>
          <a:lstStyle xmlns:a="http://schemas.openxmlformats.org/drawingml/2006/main"/>
          <a:p xmlns:a="http://schemas.openxmlformats.org/drawingml/2006/main">
            <a:pPr marL="0" lvl="0" indent="0" algn="l">
              <a:spcBef>
                <a:spcPts val="0"/>
              </a:spcBef>
              <a:spcAft>
                <a:spcPts val="0"/>
              </a:spcAft>
              <a:buNone/>
            </a:pPr>
            <a:r>
              <a:rPr sz="2400" b="1">
                <a:solidFill>
                  <a:srgbClr val="0F172A"/>
                </a:solidFill>
                <a:latin typeface="Arial"/>
                <a:ea typeface="Arial"/>
                <a:cs typeface="Arial"/>
              </a:rPr>
              <a:t>Luồng xử lý huấn luyện mô hình</a:t>
            </a:r>
            <a:endParaRPr sz="2400" b="1">
              <a:solidFill>
                <a:srgbClr val="0F172A"/>
              </a:solidFill>
              <a:latin typeface="Arial"/>
              <a:ea typeface="Arial"/>
              <a:cs typeface="Arial"/>
            </a:endParaRPr>
          </a:p>
        </p:txBody>
      </p:sp>
      <p:pic>
        <p:nvPicPr>
          <p:cNvPr id="244" name="Google Shape;237;p20"/>
          <p:cNvPicPr>
            <a:picLocks xmlns:a="http://schemas.openxmlformats.org/drawingml/2006/main" noChangeAspect="1"/>
          </p:cNvPicPr>
          <p:nvPr/>
        </p:nvPicPr>
        <p:blipFill>
          <a:blip xmlns:r="http://schemas.openxmlformats.org/officeDocument/2006/relationships" xmlns:a="http://schemas.openxmlformats.org/drawingml/2006/main" r:embed="Re2a878fc37fb4d5a">
            <a:alphaModFix/>
          </a:blip>
          <a:stretch xmlns:a="http://schemas.openxmlformats.org/drawingml/2006/main">
            <a:fillRect l="0" t="0" r="0" b="0"/>
          </a:stretch>
        </p:blipFill>
        <p:spPr>
          <a:xfrm xmlns:a="http://schemas.openxmlformats.org/drawingml/2006/main">
            <a:off x="571500" y="772000"/>
            <a:ext cx="1994824" cy="4211750"/>
          </a:xfrm>
          <a:prstGeom xmlns:a="http://schemas.openxmlformats.org/drawingml/2006/main" prst="rect">
            <a:avLst/>
          </a:prstGeom>
          <a:ln xmlns:a="http://schemas.openxmlformats.org/drawingml/2006/main">
            <a:noFill/>
          </a:ln>
        </p:spPr>
      </p:pic>
      <p:sp>
        <p:nvSpPr>
          <p:cNvPr id="239" name="Google Shape;239;p20">
            <a:extLst xmlns:a="http://schemas.openxmlformats.org/drawingml/2006/main">
              <a:ext uri="{FF2B5EF4-FFF2-40B4-BE49-F238E27FC236}">
                <a16:creationId xmlns:a16="http://schemas.microsoft.com/office/drawing/2014/main" id="{1975163C-D4D3-420F-A5CC-D4238A9001CB}"/>
              </a:ext>
            </a:extLst>
          </p:cNvPr>
          <p:cNvSpPr>
            <a:spLocks xmlns:a="http://schemas.openxmlformats.org/drawingml/2006/main" noGrp="1"/>
          </p:cNvSpPr>
          <p:nvPr/>
        </p:nvSpPr>
        <p:spPr>
          <a:xfrm xmlns:a="http://schemas.openxmlformats.org/drawingml/2006/main" rot="0" flipH="0" flipV="0">
            <a:off x="2857500" y="857250"/>
            <a:ext cx="5715000" cy="4048200"/>
          </a:xfrm>
          <a:prstGeom xmlns:a="http://schemas.openxmlformats.org/drawingml/2006/main" prst="rect">
            <a:avLst/>
          </a:prstGeom>
          <a:solidFill xmlns:a="http://schemas.openxmlformats.org/drawingml/2006/main">
            <a:srgbClr val="000000">
              <a:alpha val="0"/>
            </a:srgbClr>
          </a:solidFill>
          <a:ln xmlns:a="http://schemas.openxmlformats.org/drawingml/2006/main">
            <a:noFill/>
          </a:ln>
        </p:spPr>
        <p:txBody>
          <a:bodyPr xmlns:a="http://schemas.openxmlformats.org/drawingml/2006/main" spcFirstLastPara="1" wrap="square" lIns="0" tIns="0" rIns="0" bIns="0" anchor="ctr">
            <a:noAutofit/>
          </a:bodyPr>
          <a:lstStyle xmlns:a="http://schemas.openxmlformats.org/drawingml/2006/main"/>
          <a:p xmlns:a="http://schemas.openxmlformats.org/drawingml/2006/main">
            <a:pPr marL="0" lvl="0" indent="0" algn="l">
              <a:spcBef>
                <a:spcPts val="0"/>
              </a:spcBef>
              <a:spcAft>
                <a:spcPts val="0"/>
              </a:spcAft>
              <a:buNone/>
            </a:pPr>
            <a:endParaRPr/>
          </a:p>
        </p:txBody>
      </p:sp>
      <p:sp>
        <p:nvSpPr>
          <p:cNvPr id="240" name="Google Shape;240;p20">
            <a:extLst xmlns:a="http://schemas.openxmlformats.org/drawingml/2006/main">
              <a:ext uri="{FF2B5EF4-FFF2-40B4-BE49-F238E27FC236}">
                <a16:creationId xmlns:a16="http://schemas.microsoft.com/office/drawing/2014/main" id="{6C2E35DF-3C6A-484C-8F72-EFEB8B8225CA}"/>
              </a:ext>
            </a:extLst>
          </p:cNvPr>
          <p:cNvSpPr>
            <a:spLocks xmlns:a="http://schemas.openxmlformats.org/drawingml/2006/main" noGrp="1"/>
          </p:cNvSpPr>
          <p:nvPr/>
        </p:nvSpPr>
        <p:spPr>
          <a:xfrm xmlns:a="http://schemas.openxmlformats.org/drawingml/2006/main" rot="0" flipH="0" flipV="0">
            <a:off x="2857500" y="857250"/>
            <a:ext cx="5715000" cy="40482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t">
            <a:noAutofit/>
          </a:bodyPr>
          <a:lstStyle xmlns:a="http://schemas.openxmlformats.org/drawingml/2006/main"/>
          <a:p xmlns:a="http://schemas.openxmlformats.org/drawingml/2006/main">
            <a:pPr marL="0" lvl="0" indent="0" algn="l">
              <a:spcBef>
                <a:spcPts val="0"/>
              </a:spcBef>
              <a:spcAft>
                <a:spcPts val="0"/>
              </a:spcAft>
              <a:buNone/>
            </a:pPr>
            <a:r>
              <a:rPr sz="1150" b="0">
                <a:solidFill>
                  <a:srgbClr val="0F172A"/>
                </a:solidFill>
                <a:latin typeface="Arial"/>
                <a:ea typeface="Arial"/>
                <a:cs typeface="Arial"/>
              </a:rPr>
              <a:t>Tính năng </a:t>
            </a:r>
            <a:r>
              <a:rPr sz="1150" b="1">
                <a:solidFill>
                  <a:srgbClr val="0F172A"/>
                </a:solidFill>
                <a:latin typeface="Arial"/>
                <a:ea typeface="Arial"/>
                <a:cs typeface="Arial"/>
              </a:rPr>
              <a:t>Huấn luyện mô hình (Train Model)</a:t>
            </a:r>
            <a:r>
              <a:rPr sz="1150" b="0">
                <a:solidFill>
                  <a:srgbClr val="0F172A"/>
                </a:solidFill>
                <a:latin typeface="Arial"/>
                <a:ea typeface="Arial"/>
                <a:cs typeface="Arial"/>
              </a:rPr>
              <a:t> cho phép quản trị viên tự động cập nhật hoặc tạo mới mô hình phân loại email spam với luồng xử lý tổng quan như sau:</a:t>
            </a:r>
            <a:endParaRPr sz="1150" b="0">
              <a:solidFill>
                <a:srgbClr val="0F172A"/>
              </a:solidFill>
              <a:latin typeface="Arial"/>
              <a:ea typeface="Arial"/>
              <a:cs typeface="Arial"/>
            </a:endParaRPr>
          </a:p>
          <a:p xmlns:a="http://schemas.openxmlformats.org/drawingml/2006/main">
            <a:pPr marL="457200" lvl="0" indent="-298450" algn="l">
              <a:spcBef>
                <a:spcPts val="1200"/>
              </a:spcBef>
              <a:spcAft>
                <a:spcPts val="0"/>
              </a:spcAft>
              <a:buClr>
                <a:srgbClr val="334155"/>
              </a:buClr>
              <a:buSzPts val="1100"/>
              <a:buFont typeface="Arial"/>
              <a:buChar char="●"/>
            </a:pPr>
            <a:r>
              <a:rPr sz="1100" b="1">
                <a:solidFill>
                  <a:srgbClr val="0F172A"/>
                </a:solidFill>
                <a:latin typeface="Arial"/>
                <a:ea typeface="Arial"/>
                <a:cs typeface="Arial"/>
              </a:rPr>
              <a:t>Kiểm thực dữ liệu đầu vào:</a:t>
            </a:r>
            <a:r>
              <a:rPr sz="1100" b="0">
                <a:solidFill>
                  <a:srgbClr val="334155"/>
                </a:solidFill>
                <a:latin typeface="Arial"/>
                <a:ea typeface="Arial"/>
                <a:cs typeface="Arial"/>
              </a:rPr>
              <a:t> Kiểm tra tập dữ liệu email hiện có xem có đủ số lượng tối thiểu và đủ cả hai nhãn (SPAM / NOT_SPAM) hay không; nếu không đủ sẽ báo lỗi và dừng tiến trình.</a:t>
            </a:r>
            <a:endParaRPr sz="1100" b="0">
              <a:solidFill>
                <a:srgbClr val="334155"/>
              </a:solidFill>
              <a:latin typeface="Arial"/>
              <a:ea typeface="Arial"/>
              <a:cs typeface="Arial"/>
            </a:endParaRPr>
          </a:p>
          <a:p xmlns:a="http://schemas.openxmlformats.org/drawingml/2006/main">
            <a:pPr marL="457200" lvl="0" indent="-298450" algn="l">
              <a:spcBef>
                <a:spcPts val="1000"/>
              </a:spcBef>
              <a:spcAft>
                <a:spcPts val="0"/>
              </a:spcAft>
              <a:buClr>
                <a:srgbClr val="334155"/>
              </a:buClr>
              <a:buSzPts val="1100"/>
              <a:buFont typeface="Arial"/>
              <a:buChar char="●"/>
            </a:pPr>
            <a:r>
              <a:rPr sz="1100" b="1">
                <a:solidFill>
                  <a:srgbClr val="0F172A"/>
                </a:solidFill>
                <a:latin typeface="Arial"/>
                <a:ea typeface="Arial"/>
                <a:cs typeface="Arial"/>
              </a:rPr>
              <a:t>Xử lý và huấn luyện tự động:</a:t>
            </a:r>
            <a:r>
              <a:rPr sz="1100" b="0">
                <a:solidFill>
                  <a:srgbClr val="334155"/>
                </a:solidFill>
                <a:latin typeface="Arial"/>
                <a:ea typeface="Arial"/>
                <a:cs typeface="Arial"/>
              </a:rPr>
              <a:t> Làm sạch văn bản, chia tập Train/Test (80/20), trích xuất đặc trưng TF-IDF và tiến hành huấn luyện thuật toán Multinomial Naive Bayes.</a:t>
            </a:r>
            <a:endParaRPr sz="1100" b="0">
              <a:solidFill>
                <a:srgbClr val="334155"/>
              </a:solidFill>
              <a:latin typeface="Arial"/>
              <a:ea typeface="Arial"/>
              <a:cs typeface="Arial"/>
            </a:endParaRPr>
          </a:p>
          <a:p xmlns:a="http://schemas.openxmlformats.org/drawingml/2006/main">
            <a:pPr marL="457200" lvl="0" indent="-298450" algn="l">
              <a:spcBef>
                <a:spcPts val="1000"/>
              </a:spcBef>
              <a:spcAft>
                <a:spcPts val="0"/>
              </a:spcAft>
              <a:buClr>
                <a:srgbClr val="334155"/>
              </a:buClr>
              <a:buSzPts val="1100"/>
              <a:buFont typeface="Arial"/>
              <a:buChar char="●"/>
            </a:pPr>
            <a:r>
              <a:rPr sz="1100" b="1">
                <a:solidFill>
                  <a:srgbClr val="0F172A"/>
                </a:solidFill>
                <a:latin typeface="Arial"/>
                <a:ea typeface="Arial"/>
                <a:cs typeface="Arial"/>
              </a:rPr>
              <a:t>Đánh giá và đóng gói:</a:t>
            </a:r>
            <a:r>
              <a:rPr sz="1100" b="0">
                <a:solidFill>
                  <a:srgbClr val="334155"/>
                </a:solidFill>
                <a:latin typeface="Arial"/>
                <a:ea typeface="Arial"/>
                <a:cs typeface="Arial"/>
              </a:rPr>
              <a:t> Tính toán các chỉ số hiệu năng (Accuracy, Precision, Recall, F1) trên tập kiểm thử, sau đó đóng gói mô hình thành file nhị phân đính kèm mốc thời gian (timestamp).</a:t>
            </a:r>
            <a:endParaRPr sz="1100" b="0">
              <a:solidFill>
                <a:srgbClr val="334155"/>
              </a:solidFill>
              <a:latin typeface="Arial"/>
              <a:ea typeface="Arial"/>
              <a:cs typeface="Arial"/>
            </a:endParaRPr>
          </a:p>
          <a:p xmlns:a="http://schemas.openxmlformats.org/drawingml/2006/main">
            <a:pPr marL="457200" lvl="0" indent="-298450" algn="l">
              <a:spcBef>
                <a:spcPts val="1000"/>
              </a:spcBef>
              <a:spcAft>
                <a:spcPts val="0"/>
              </a:spcAft>
              <a:buClr>
                <a:srgbClr val="334155"/>
              </a:buClr>
              <a:buSzPts val="1100"/>
              <a:buFont typeface="Arial"/>
              <a:buChar char="●"/>
            </a:pPr>
            <a:r>
              <a:rPr sz="1100" b="1">
                <a:solidFill>
                  <a:srgbClr val="0F172A"/>
                </a:solidFill>
                <a:latin typeface="Arial"/>
                <a:ea typeface="Arial"/>
                <a:cs typeface="Arial"/>
              </a:rPr>
              <a:t>Kích hoạt và phản hồi:</a:t>
            </a:r>
            <a:r>
              <a:rPr sz="1100" b="0">
                <a:solidFill>
                  <a:srgbClr val="334155"/>
                </a:solidFill>
                <a:latin typeface="Arial"/>
                <a:ea typeface="Arial"/>
                <a:cs typeface="Arial"/>
              </a:rPr>
              <a:t> Tự động vô hiệu hóa phiên bản cũ, kích hoạt mô hình mới làm bản chạy chính thức trên hệ thống và trả về kết quả đánh giá cho quản trị viên.</a:t>
            </a:r>
            <a:endParaRPr sz="1100" b="0">
              <a:solidFill>
                <a:srgbClr val="334155"/>
              </a:solidFill>
              <a:latin typeface="Arial"/>
              <a:ea typeface="Arial"/>
              <a:cs typeface="Arial"/>
            </a:endParaRPr>
          </a:p>
        </p:txBody>
      </p:sp>
    </p:spTree>
    <p:extLst>
      <p:ext uri="{BB962C8B-B14F-4D97-AF65-F5344CB8AC3E}">
        <p14:creationId xmlns:p14="http://schemas.microsoft.com/office/powerpoint/2010/main" val="1760373136"/>
      </p:ext>
    </p:extLst>
  </p:cSld>
</p:sld>
</file>

<file path=ppt/slides/slide8.xml><?xml version="1.0" encoding="utf-8"?>
<p:sld xmlns:p="http://schemas.openxmlformats.org/presentationml/2006/main">
  <p:cSld>
    <p:bg>
      <p:bgPr>
        <a:blipFill xmlns:a="http://schemas.openxmlformats.org/drawingml/2006/main">
          <a:blip xmlns:r="http://schemas.openxmlformats.org/officeDocument/2006/relationships" r:embed="Rf432be03fd454736">
            <a:alphaModFix/>
          </a:blip>
          <a:stretch>
            <a:fillRect l="0" t="0" r="0" b="0"/>
          </a:stretch>
        </a:blipFill>
      </p:bgPr>
    </p:bg>
    <p:spTree>
      <p:nvGrpSpPr>
        <p:cNvPr id="1" name=""/>
        <p:cNvGrpSpPr/>
        <p:nvPr/>
      </p:nvGrpSpPr>
      <p:grpSpPr>
        <a:xfrm xmlns:a="http://schemas.openxmlformats.org/drawingml/2006/main"/>
      </p:grpSpPr>
      <p:sp>
        <p:nvSpPr>
          <p:cNvPr id="245" name="Google Shape;245;p21">
            <a:extLst xmlns:a="http://schemas.openxmlformats.org/drawingml/2006/main">
              <a:ext uri="{FF2B5EF4-FFF2-40B4-BE49-F238E27FC236}">
                <a16:creationId xmlns:a16="http://schemas.microsoft.com/office/drawing/2014/main" id="{A4A8680D-34BC-490B-A6B9-297D48ABF61E}"/>
              </a:ext>
            </a:extLst>
          </p:cNvPr>
          <p:cNvSpPr>
            <a:spLocks xmlns:a="http://schemas.openxmlformats.org/drawingml/2006/main" noGrp="1"/>
          </p:cNvSpPr>
          <p:nvPr/>
        </p:nvSpPr>
        <p:spPr>
          <a:xfrm xmlns:a="http://schemas.openxmlformats.org/drawingml/2006/main">
            <a:off x="571500" y="333375"/>
            <a:ext cx="8001000" cy="619200"/>
          </a:xfrm>
          <a:prstGeom xmlns:a="http://schemas.openxmlformats.org/drawingml/2006/main" prst="rect">
            <a:avLst/>
          </a:prstGeom>
          <a:solidFill xmlns:a="http://schemas.openxmlformats.org/drawingml/2006/main">
            <a:srgbClr val="000000">
              <a:alpha val="0"/>
            </a:srgbClr>
          </a:solidFill>
          <a:ln xmlns:a="http://schemas.openxmlformats.org/drawingml/2006/main">
            <a:noFill/>
          </a:ln>
        </p:spPr>
        <p:txBody>
          <a:bodyPr xmlns:a="http://schemas.openxmlformats.org/drawingml/2006/main" spcFirstLastPara="1" wrap="square" lIns="0" tIns="0" rIns="0" bIns="0" anchor="t">
            <a:noAutofit/>
          </a:bodyPr>
          <a:lstStyle xmlns:a="http://schemas.openxmlformats.org/drawingml/2006/main"/>
          <a:p xmlns:a="http://schemas.openxmlformats.org/drawingml/2006/main">
            <a:pPr marL="0" lvl="0" indent="0" algn="l">
              <a:spcBef>
                <a:spcPts val="0"/>
              </a:spcBef>
              <a:spcAft>
                <a:spcPts val="0"/>
              </a:spcAft>
              <a:buNone/>
            </a:pPr>
            <a:r>
              <a:rPr sz="2400" b="1">
                <a:solidFill>
                  <a:srgbClr val="0F172A"/>
                </a:solidFill>
                <a:latin typeface="Arial"/>
                <a:ea typeface="Arial"/>
                <a:cs typeface="Arial"/>
              </a:rPr>
              <a:t>Phân loại email và tiếng Việt</a:t>
            </a:r>
            <a:endParaRPr sz="2400" b="1">
              <a:solidFill>
                <a:srgbClr val="0F172A"/>
              </a:solidFill>
              <a:latin typeface="Arial"/>
              <a:ea typeface="Arial"/>
              <a:cs typeface="Arial"/>
            </a:endParaRPr>
          </a:p>
        </p:txBody>
      </p:sp>
      <p:pic>
        <p:nvPicPr>
          <p:cNvPr id="250" name=""/>
          <p:cNvPicPr>
            <a:picLocks xmlns:a="http://schemas.openxmlformats.org/drawingml/2006/main" noChangeAspect="1"/>
          </p:cNvPicPr>
          <p:nvPr/>
        </p:nvPicPr>
        <p:blipFill>
          <a:blip xmlns:r="http://schemas.openxmlformats.org/officeDocument/2006/relationships" xmlns:a="http://schemas.openxmlformats.org/drawingml/2006/main" r:embed="Rae6007ff40864642"/>
          <a:stretch xmlns:a="http://schemas.openxmlformats.org/drawingml/2006/main"/>
        </p:blipFill>
        <p:spPr>
          <a:xfrm xmlns:a="http://schemas.openxmlformats.org/drawingml/2006/main">
            <a:off x="571500" y="1203722"/>
            <a:ext cx="3905250" cy="2440781"/>
          </a:xfrm>
          <a:prstGeom xmlns:a="http://schemas.openxmlformats.org/drawingml/2006/main" prst="rect">
            <a:avLst/>
          </a:prstGeom>
        </p:spPr>
      </p:pic>
      <p:pic>
        <p:nvPicPr>
          <p:cNvPr id="251" name=""/>
          <p:cNvPicPr>
            <a:picLocks xmlns:a="http://schemas.openxmlformats.org/drawingml/2006/main" noChangeAspect="1"/>
          </p:cNvPicPr>
          <p:nvPr/>
        </p:nvPicPr>
        <p:blipFill>
          <a:blip xmlns:r="http://schemas.openxmlformats.org/officeDocument/2006/relationships" xmlns:a="http://schemas.openxmlformats.org/drawingml/2006/main" r:embed="Rfec5ed8007514ad4"/>
          <a:stretch xmlns:a="http://schemas.openxmlformats.org/drawingml/2006/main"/>
        </p:blipFill>
        <p:spPr>
          <a:xfrm xmlns:a="http://schemas.openxmlformats.org/drawingml/2006/main">
            <a:off x="4667250" y="1203722"/>
            <a:ext cx="3905250" cy="2440781"/>
          </a:xfrm>
          <a:prstGeom xmlns:a="http://schemas.openxmlformats.org/drawingml/2006/main" prst="rect">
            <a:avLst/>
          </a:prstGeom>
        </p:spPr>
      </p:pic>
      <p:sp>
        <p:nvSpPr>
          <p:cNvPr id="248" name="updated-Cùng hàm Unicode preproce">
            <a:extLst xmlns:a="http://schemas.openxmlformats.org/drawingml/2006/main">
              <a:ext uri="{FF2B5EF4-FFF2-40B4-BE49-F238E27FC236}">
                <a16:creationId xmlns:a16="http://schemas.microsoft.com/office/drawing/2014/main" id="{CC50F800-AB39-4495-8BB4-5594649D8127}"/>
              </a:ext>
            </a:extLst>
          </p:cNvPr>
          <p:cNvSpPr>
            <a:spLocks xmlns:a="http://schemas.openxmlformats.org/drawingml/2006/main" noGrp="1"/>
          </p:cNvSpPr>
          <p:nvPr/>
        </p:nvSpPr>
        <p:spPr>
          <a:xfrm xmlns:a="http://schemas.openxmlformats.org/drawingml/2006/main">
            <a:off x="571500" y="4048125"/>
            <a:ext cx="8001000" cy="714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350" b="0">
                <a:solidFill>
                  <a:srgbClr val="1E293B"/>
                </a:solidFill>
                <a:latin typeface="Arial"/>
                <a:ea typeface="Arial"/>
                <a:cs typeface="Arial"/>
              </a:defRPr>
            </a:pPr>
            <a:r>
              <a:rPr sz="1350" b="0">
                <a:solidFill>
                  <a:srgbClr val="1E293B"/>
                </a:solidFill>
                <a:latin typeface="Arial"/>
                <a:ea typeface="Arial"/>
                <a:cs typeface="Arial"/>
              </a:rPr>
              <a:t>Cùng hàm Unicode preprocessing cho train và predict. Dữ liệu tiếng Việt demo xác nhận luồng xử lý, chưa chứng minh chất lượng trên thư thật.</a:t>
            </a:r>
          </a:p>
        </p:txBody>
      </p:sp>
    </p:spTree>
    <p:extLst>
      <p:ext uri="{BB962C8B-B14F-4D97-AF65-F5344CB8AC3E}">
        <p14:creationId xmlns:p14="http://schemas.microsoft.com/office/powerpoint/2010/main" val="2022221629"/>
      </p:ext>
    </p:extLst>
  </p:cSld>
</p:sld>
</file>

<file path=ppt/slides/slide9.xml><?xml version="1.0" encoding="utf-8"?>
<p:sld xmlns:p="http://schemas.openxmlformats.org/presentationml/2006/main">
  <p:cSld>
    <p:bg>
      <p:bgPr>
        <a:blipFill xmlns:a="http://schemas.openxmlformats.org/drawingml/2006/main">
          <a:blip xmlns:r="http://schemas.openxmlformats.org/officeDocument/2006/relationships" r:embed="Rc432a4a5d5854c95">
            <a:alphaModFix/>
          </a:blip>
          <a:stretch>
            <a:fillRect l="0" t="0" r="0" b="0"/>
          </a:stretch>
        </a:blipFill>
      </p:bgPr>
    </p:bg>
    <p:spTree>
      <p:nvGrpSpPr>
        <p:cNvPr id="1" name=""/>
        <p:cNvGrpSpPr/>
        <p:nvPr/>
      </p:nvGrpSpPr>
      <p:grpSpPr>
        <a:xfrm xmlns:a="http://schemas.openxmlformats.org/drawingml/2006/main"/>
      </p:grpSpPr>
      <p:sp>
        <p:nvSpPr>
          <p:cNvPr id="250" name="Google Shape;250;p22">
            <a:extLst xmlns:a="http://schemas.openxmlformats.org/drawingml/2006/main">
              <a:ext uri="{FF2B5EF4-FFF2-40B4-BE49-F238E27FC236}">
                <a16:creationId xmlns:a16="http://schemas.microsoft.com/office/drawing/2014/main" id="{335A4F21-5955-44AD-AB56-2C1C1596C676}"/>
              </a:ext>
            </a:extLst>
          </p:cNvPr>
          <p:cNvSpPr>
            <a:spLocks xmlns:a="http://schemas.openxmlformats.org/drawingml/2006/main" noGrp="1"/>
          </p:cNvSpPr>
          <p:nvPr/>
        </p:nvSpPr>
        <p:spPr>
          <a:xfrm xmlns:a="http://schemas.openxmlformats.org/drawingml/2006/main">
            <a:off x="571500" y="333375"/>
            <a:ext cx="8001000" cy="7620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t">
            <a:noAutofit/>
          </a:bodyPr>
          <a:lstStyle xmlns:a="http://schemas.openxmlformats.org/drawingml/2006/main"/>
          <a:p xmlns:a="http://schemas.openxmlformats.org/drawingml/2006/main">
            <a:pPr>
              <a:spcAft>
                <a:spcPts val="650"/>
              </a:spcAft>
            </a:pPr>
            <a:r>
              <a:rPr sz="1650" b="1">
                <a:solidFill>
                  <a:srgbClr val="0F172A"/>
                </a:solidFill>
                <a:latin typeface="Arial"/>
                <a:ea typeface="Arial"/>
                <a:cs typeface="Arial"/>
              </a:rPr>
              <a:t>Phản hồi nhãn đã triển khai</a:t>
            </a:r>
          </a:p>
          <a:p xmlns:a="http://schemas.openxmlformats.org/drawingml/2006/main">
            <a:r>
              <a:rPr sz="1500" b="0">
                <a:solidFill>
                  <a:srgbClr val="334155"/>
                </a:solidFill>
                <a:latin typeface="Arial"/>
                <a:ea typeface="Arial"/>
                <a:cs typeface="Arial"/>
              </a:rPr>
              <a:t>Cập nhật dataset từ lịch sử; Admin chủ động train lại</a:t>
            </a:r>
          </a:p>
        </p:txBody>
      </p:sp>
      <p:sp>
        <p:nvSpPr>
          <p:cNvPr id="252" name="Google Shape;252;p22">
            <a:extLst xmlns:a="http://schemas.openxmlformats.org/drawingml/2006/main">
              <a:ext uri="{FF2B5EF4-FFF2-40B4-BE49-F238E27FC236}">
                <a16:creationId xmlns:a16="http://schemas.microsoft.com/office/drawing/2014/main" id="{C79B1D36-5BCC-4CC0-A239-4FAC321EBC66}"/>
              </a:ext>
            </a:extLst>
          </p:cNvPr>
          <p:cNvSpPr>
            <a:spLocks xmlns:a="http://schemas.openxmlformats.org/drawingml/2006/main" noGrp="1"/>
          </p:cNvSpPr>
          <p:nvPr/>
        </p:nvSpPr>
        <p:spPr>
          <a:xfrm xmlns:a="http://schemas.openxmlformats.org/drawingml/2006/main" rot="0" flipH="0" flipV="0">
            <a:off x="571500" y="1095375"/>
            <a:ext cx="8001000" cy="1000200"/>
          </a:xfrm>
          <a:prstGeom xmlns:a="http://schemas.openxmlformats.org/drawingml/2006/main" prst="roundRect">
            <a:avLst>
              <a:gd name="adj" fmla="val 7619"/>
            </a:avLst>
          </a:prstGeom>
          <a:solidFill xmlns:a="http://schemas.openxmlformats.org/drawingml/2006/main">
            <a:srgbClr val="FFFFFF"/>
          </a:solidFill>
          <a:ln xmlns:a="http://schemas.openxmlformats.org/drawingml/2006/main" w="9525" cmpd="sng">
            <a:solidFill>
              <a:srgbClr val="E2E8F0"/>
            </a:solidFill>
            <a:prstDash val="solid"/>
            <a:headEnd type="none" w="sm" len="sm"/>
            <a:tailEnd type="none" w="sm" len="sm"/>
          </a:ln>
        </p:spPr>
        <p:txBody>
          <a:bodyPr xmlns:a="http://schemas.openxmlformats.org/drawingml/2006/main" spcFirstLastPara="1" wrap="square" lIns="0" tIns="0" rIns="0" bIns="0" anchor="ctr">
            <a:noAutofit/>
          </a:bodyPr>
          <a:lstStyle xmlns:a="http://schemas.openxmlformats.org/drawingml/2006/main"/>
          <a:p xmlns:a="http://schemas.openxmlformats.org/drawingml/2006/main">
            <a:pPr marL="0" lvl="0" indent="0" algn="l">
              <a:spcBef>
                <a:spcPts val="0"/>
              </a:spcBef>
              <a:spcAft>
                <a:spcPts val="0"/>
              </a:spcAft>
              <a:buNone/>
            </a:pPr>
            <a:endParaRPr/>
          </a:p>
        </p:txBody>
      </p:sp>
      <p:sp>
        <p:nvSpPr>
          <p:cNvPr id="253" name="Google Shape;253;p22">
            <a:extLst xmlns:a="http://schemas.openxmlformats.org/drawingml/2006/main">
              <a:ext uri="{FF2B5EF4-FFF2-40B4-BE49-F238E27FC236}">
                <a16:creationId xmlns:a16="http://schemas.microsoft.com/office/drawing/2014/main" id="{EC75DBF5-A5BC-497C-BE7C-C18F67BECEE3}"/>
              </a:ext>
            </a:extLst>
          </p:cNvPr>
          <p:cNvSpPr>
            <a:spLocks xmlns:a="http://schemas.openxmlformats.org/drawingml/2006/main" noGrp="1"/>
          </p:cNvSpPr>
          <p:nvPr/>
        </p:nvSpPr>
        <p:spPr>
          <a:xfrm xmlns:a="http://schemas.openxmlformats.org/drawingml/2006/main" rot="0" flipH="0" flipV="0">
            <a:off x="571500" y="1095375"/>
            <a:ext cx="8001000" cy="10002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190500" tIns="133350" rIns="190500" bIns="133350" anchor="ctr">
            <a:noAutofit/>
          </a:bodyPr>
          <a:lstStyle xmlns:a="http://schemas.openxmlformats.org/drawingml/2006/main"/>
          <a:p xmlns:a="http://schemas.openxmlformats.org/drawingml/2006/main">
            <a:pPr marL="0" lvl="0" indent="0" algn="l">
              <a:spcBef>
                <a:spcPts val="0"/>
              </a:spcBef>
              <a:spcAft>
                <a:spcPts val="0"/>
              </a:spcAft>
              <a:buNone/>
              <a:defRPr sz="1350"/>
            </a:pPr>
            <a:r>
              <a:rPr sz="1350" b="1">
                <a:solidFill>
                  <a:srgbClr val="0F172A"/>
                </a:solidFill>
                <a:latin typeface="Arial"/>
                <a:ea typeface="Arial"/>
                <a:cs typeface="Arial"/>
              </a:rPr>
              <a:t>Người dùng chọn nhãn đúng ở lịch sử. API thêm hoặc sửa email có cùng nội dung trong dataset. Không cần thêm cột phản hồi vào email_classification.</a:t>
            </a:r>
            <a:endParaRPr sz="1100">
              <a:solidFill>
                <a:srgbClr val="334155"/>
              </a:solidFill>
              <a:latin typeface="Arial"/>
              <a:ea typeface="Arial"/>
              <a:cs typeface="Arial"/>
            </a:endParaRPr>
          </a:p>
        </p:txBody>
      </p:sp>
      <p:sp>
        <p:nvSpPr>
          <p:cNvPr id="254" name="Google Shape;254;p22">
            <a:extLst xmlns:a="http://schemas.openxmlformats.org/drawingml/2006/main">
              <a:ext uri="{FF2B5EF4-FFF2-40B4-BE49-F238E27FC236}">
                <a16:creationId xmlns:a16="http://schemas.microsoft.com/office/drawing/2014/main" id="{897E3372-417B-4CC0-A72B-A51DF3F6923E}"/>
              </a:ext>
            </a:extLst>
          </p:cNvPr>
          <p:cNvSpPr>
            <a:spLocks xmlns:a="http://schemas.openxmlformats.org/drawingml/2006/main" noGrp="1"/>
          </p:cNvSpPr>
          <p:nvPr/>
        </p:nvSpPr>
        <p:spPr>
          <a:xfrm xmlns:a="http://schemas.openxmlformats.org/drawingml/2006/main">
            <a:off x="571500" y="2238375"/>
            <a:ext cx="8001000" cy="2859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t">
            <a:noAutofit/>
          </a:bodyPr>
          <a:lstStyle xmlns:a="http://schemas.openxmlformats.org/drawingml/2006/main"/>
          <a:p xmlns:a="http://schemas.openxmlformats.org/drawingml/2006/main">
            <a:pPr marL="0" lvl="0" indent="0" algn="l">
              <a:spcBef>
                <a:spcPts val="0"/>
              </a:spcBef>
              <a:spcAft>
                <a:spcPts val="0"/>
              </a:spcAft>
              <a:buNone/>
            </a:pPr>
            <a:r>
              <a:rPr sz="1200" b="1">
                <a:solidFill>
                  <a:srgbClr val="0F172A"/>
                </a:solidFill>
                <a:latin typeface="Arial"/>
                <a:ea typeface="Arial"/>
                <a:cs typeface="Arial"/>
              </a:rPr>
              <a:t>Luồng thao tác hiện tại</a:t>
            </a:r>
            <a:endParaRPr sz="1200" b="1">
              <a:solidFill>
                <a:srgbClr val="0F172A"/>
              </a:solidFill>
              <a:latin typeface="Arial"/>
              <a:ea typeface="Arial"/>
              <a:cs typeface="Arial"/>
            </a:endParaRPr>
          </a:p>
        </p:txBody>
      </p:sp>
      <p:sp>
        <p:nvSpPr>
          <p:cNvPr id="256" name="Google Shape;256;p22">
            <a:extLst xmlns:a="http://schemas.openxmlformats.org/drawingml/2006/main">
              <a:ext uri="{FF2B5EF4-FFF2-40B4-BE49-F238E27FC236}">
                <a16:creationId xmlns:a16="http://schemas.microsoft.com/office/drawing/2014/main" id="{18914BE0-5702-4B18-9732-4E0B1FE08C40}"/>
              </a:ext>
            </a:extLst>
          </p:cNvPr>
          <p:cNvSpPr>
            <a:spLocks xmlns:a="http://schemas.openxmlformats.org/drawingml/2006/main" noGrp="1"/>
          </p:cNvSpPr>
          <p:nvPr/>
        </p:nvSpPr>
        <p:spPr>
          <a:xfrm xmlns:a="http://schemas.openxmlformats.org/drawingml/2006/main" rot="0" flipH="0" flipV="0">
            <a:off x="571500" y="2571750"/>
            <a:ext cx="2514600" cy="2143200"/>
          </a:xfrm>
          <a:prstGeom xmlns:a="http://schemas.openxmlformats.org/drawingml/2006/main" prst="roundRect">
            <a:avLst>
              <a:gd name="adj" fmla="val 3555"/>
            </a:avLst>
          </a:prstGeom>
          <a:solidFill xmlns:a="http://schemas.openxmlformats.org/drawingml/2006/main">
            <a:srgbClr val="FFFFFF"/>
          </a:solidFill>
          <a:ln xmlns:a="http://schemas.openxmlformats.org/drawingml/2006/main" w="9525" cmpd="sng">
            <a:solidFill>
              <a:srgbClr val="CBD5E1"/>
            </a:solidFill>
            <a:prstDash val="solid"/>
            <a:headEnd type="none" w="sm" len="sm"/>
            <a:tailEnd type="none" w="sm" len="sm"/>
          </a:ln>
        </p:spPr>
        <p:txBody>
          <a:bodyPr xmlns:a="http://schemas.openxmlformats.org/drawingml/2006/main" spcFirstLastPara="1" wrap="square" lIns="0" tIns="0" rIns="0" bIns="0" anchor="ctr">
            <a:noAutofit/>
          </a:bodyPr>
          <a:lstStyle xmlns:a="http://schemas.openxmlformats.org/drawingml/2006/main"/>
          <a:p xmlns:a="http://schemas.openxmlformats.org/drawingml/2006/main">
            <a:pPr marL="0" lvl="0" indent="0" algn="l">
              <a:spcBef>
                <a:spcPts val="0"/>
              </a:spcBef>
              <a:spcAft>
                <a:spcPts val="0"/>
              </a:spcAft>
              <a:buNone/>
            </a:pPr>
            <a:endParaRPr/>
          </a:p>
        </p:txBody>
      </p:sp>
      <p:sp>
        <p:nvSpPr>
          <p:cNvPr id="257" name="Google Shape;257;p22">
            <a:extLst xmlns:a="http://schemas.openxmlformats.org/drawingml/2006/main">
              <a:ext uri="{FF2B5EF4-FFF2-40B4-BE49-F238E27FC236}">
                <a16:creationId xmlns:a16="http://schemas.microsoft.com/office/drawing/2014/main" id="{8FFD1913-4CB6-49BD-94F8-9BC8116C87E5}"/>
              </a:ext>
            </a:extLst>
          </p:cNvPr>
          <p:cNvSpPr>
            <a:spLocks xmlns:a="http://schemas.openxmlformats.org/drawingml/2006/main" noGrp="1"/>
          </p:cNvSpPr>
          <p:nvPr/>
        </p:nvSpPr>
        <p:spPr>
          <a:xfrm xmlns:a="http://schemas.openxmlformats.org/drawingml/2006/main" rot="0" flipH="0" flipV="0">
            <a:off x="571500" y="2571750"/>
            <a:ext cx="2514600" cy="38100"/>
          </a:xfrm>
          <a:prstGeom xmlns:a="http://schemas.openxmlformats.org/drawingml/2006/main" prst="roundRect">
            <a:avLst>
              <a:gd name="adj" fmla="val 50000"/>
            </a:avLst>
          </a:prstGeom>
          <a:solidFill xmlns:a="http://schemas.openxmlformats.org/drawingml/2006/main">
            <a:srgbClr val="2563EB"/>
          </a:solidFill>
          <a:ln xmlns:a="http://schemas.openxmlformats.org/drawingml/2006/main">
            <a:noFill/>
          </a:ln>
        </p:spPr>
        <p:txBody>
          <a:bodyPr xmlns:a="http://schemas.openxmlformats.org/drawingml/2006/main" spcFirstLastPara="1" wrap="square" lIns="0" tIns="0" rIns="0" bIns="0" anchor="ctr">
            <a:noAutofit/>
          </a:bodyPr>
          <a:lstStyle xmlns:a="http://schemas.openxmlformats.org/drawingml/2006/main"/>
          <a:p xmlns:a="http://schemas.openxmlformats.org/drawingml/2006/main">
            <a:pPr marL="0" lvl="0" indent="0" algn="l">
              <a:spcBef>
                <a:spcPts val="0"/>
              </a:spcBef>
              <a:spcAft>
                <a:spcPts val="0"/>
              </a:spcAft>
              <a:buNone/>
            </a:pPr>
            <a:endParaRPr/>
          </a:p>
        </p:txBody>
      </p:sp>
      <p:sp>
        <p:nvSpPr>
          <p:cNvPr id="258" name="Google Shape;258;p22">
            <a:extLst xmlns:a="http://schemas.openxmlformats.org/drawingml/2006/main">
              <a:ext uri="{FF2B5EF4-FFF2-40B4-BE49-F238E27FC236}">
                <a16:creationId xmlns:a16="http://schemas.microsoft.com/office/drawing/2014/main" id="{DEDBD9C7-F8B2-48C5-B96F-67152FDFF85F}"/>
              </a:ext>
            </a:extLst>
          </p:cNvPr>
          <p:cNvSpPr>
            <a:spLocks xmlns:a="http://schemas.openxmlformats.org/drawingml/2006/main" noGrp="1"/>
          </p:cNvSpPr>
          <p:nvPr/>
        </p:nvSpPr>
        <p:spPr>
          <a:xfrm xmlns:a="http://schemas.openxmlformats.org/drawingml/2006/main" rot="0" flipH="0" flipV="0">
            <a:off x="571500" y="2571750"/>
            <a:ext cx="2514600" cy="21432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190500" tIns="190500" rIns="190500" bIns="190500" anchor="t">
            <a:noAutofit/>
          </a:bodyPr>
          <a:lstStyle xmlns:a="http://schemas.openxmlformats.org/drawingml/2006/main"/>
          <a:p xmlns:a="http://schemas.openxmlformats.org/drawingml/2006/main">
            <a:pPr>
              <a:spcAft>
                <a:spcPts val="650"/>
              </a:spcAft>
            </a:pPr>
            <a:r>
              <a:rPr sz="1350" b="1">
                <a:solidFill>
                  <a:srgbClr val="0F172A"/>
                </a:solidFill>
                <a:latin typeface="Arial"/>
                <a:ea typeface="Arial"/>
                <a:cs typeface="Arial"/>
              </a:rPr>
              <a:t>01  Chọn nhãn</a:t>
            </a:r>
          </a:p>
          <a:p xmlns:a="http://schemas.openxmlformats.org/drawingml/2006/main">
            <a:r>
              <a:rPr sz="1200" b="0">
                <a:solidFill>
                  <a:srgbClr val="334155"/>
                </a:solidFill>
                <a:latin typeface="Arial"/>
                <a:ea typeface="Arial"/>
                <a:cs typeface="Arial"/>
              </a:rPr>
              <a:t>POST /api/classifications/
{id}/feedback
Payload: { "label": "NOT_SPAM" }</a:t>
            </a:r>
          </a:p>
        </p:txBody>
      </p:sp>
      <p:sp>
        <p:nvSpPr>
          <p:cNvPr id="260" name="Google Shape;260;p22">
            <a:extLst xmlns:a="http://schemas.openxmlformats.org/drawingml/2006/main">
              <a:ext uri="{FF2B5EF4-FFF2-40B4-BE49-F238E27FC236}">
                <a16:creationId xmlns:a16="http://schemas.microsoft.com/office/drawing/2014/main" id="{7B4FF0C5-2360-4D1B-A5A0-94FAABC65B4C}"/>
              </a:ext>
            </a:extLst>
          </p:cNvPr>
          <p:cNvSpPr>
            <a:spLocks xmlns:a="http://schemas.openxmlformats.org/drawingml/2006/main" noGrp="1"/>
          </p:cNvSpPr>
          <p:nvPr/>
        </p:nvSpPr>
        <p:spPr>
          <a:xfrm xmlns:a="http://schemas.openxmlformats.org/drawingml/2006/main" rot="0" flipH="0" flipV="0">
            <a:off x="3314700" y="2571750"/>
            <a:ext cx="2514600" cy="2143200"/>
          </a:xfrm>
          <a:prstGeom xmlns:a="http://schemas.openxmlformats.org/drawingml/2006/main" prst="roundRect">
            <a:avLst>
              <a:gd name="adj" fmla="val 3555"/>
            </a:avLst>
          </a:prstGeom>
          <a:solidFill xmlns:a="http://schemas.openxmlformats.org/drawingml/2006/main">
            <a:srgbClr val="FFFFFF"/>
          </a:solidFill>
          <a:ln xmlns:a="http://schemas.openxmlformats.org/drawingml/2006/main" w="9525" cmpd="sng">
            <a:solidFill>
              <a:srgbClr val="CBD5E1"/>
            </a:solidFill>
            <a:prstDash val="solid"/>
            <a:headEnd type="none" w="sm" len="sm"/>
            <a:tailEnd type="none" w="sm" len="sm"/>
          </a:ln>
        </p:spPr>
        <p:txBody>
          <a:bodyPr xmlns:a="http://schemas.openxmlformats.org/drawingml/2006/main" spcFirstLastPara="1" wrap="square" lIns="0" tIns="0" rIns="0" bIns="0" anchor="ctr">
            <a:noAutofit/>
          </a:bodyPr>
          <a:lstStyle xmlns:a="http://schemas.openxmlformats.org/drawingml/2006/main"/>
          <a:p xmlns:a="http://schemas.openxmlformats.org/drawingml/2006/main">
            <a:pPr marL="0" lvl="0" indent="0" algn="l">
              <a:spcBef>
                <a:spcPts val="0"/>
              </a:spcBef>
              <a:spcAft>
                <a:spcPts val="0"/>
              </a:spcAft>
              <a:buNone/>
            </a:pPr>
            <a:endParaRPr/>
          </a:p>
        </p:txBody>
      </p:sp>
      <p:sp>
        <p:nvSpPr>
          <p:cNvPr id="261" name="Google Shape;261;p22">
            <a:extLst xmlns:a="http://schemas.openxmlformats.org/drawingml/2006/main">
              <a:ext uri="{FF2B5EF4-FFF2-40B4-BE49-F238E27FC236}">
                <a16:creationId xmlns:a16="http://schemas.microsoft.com/office/drawing/2014/main" id="{B0557F1B-F77E-47BF-8A5D-B91528FB9FEA}"/>
              </a:ext>
            </a:extLst>
          </p:cNvPr>
          <p:cNvSpPr>
            <a:spLocks xmlns:a="http://schemas.openxmlformats.org/drawingml/2006/main" noGrp="1"/>
          </p:cNvSpPr>
          <p:nvPr/>
        </p:nvSpPr>
        <p:spPr>
          <a:xfrm xmlns:a="http://schemas.openxmlformats.org/drawingml/2006/main" rot="0" flipH="0" flipV="0">
            <a:off x="3314700" y="2571750"/>
            <a:ext cx="2514600" cy="38100"/>
          </a:xfrm>
          <a:prstGeom xmlns:a="http://schemas.openxmlformats.org/drawingml/2006/main" prst="roundRect">
            <a:avLst>
              <a:gd name="adj" fmla="val 50000"/>
            </a:avLst>
          </a:prstGeom>
          <a:solidFill xmlns:a="http://schemas.openxmlformats.org/drawingml/2006/main">
            <a:srgbClr val="2563EB"/>
          </a:solidFill>
          <a:ln xmlns:a="http://schemas.openxmlformats.org/drawingml/2006/main">
            <a:noFill/>
          </a:ln>
        </p:spPr>
        <p:txBody>
          <a:bodyPr xmlns:a="http://schemas.openxmlformats.org/drawingml/2006/main" spcFirstLastPara="1" wrap="square" lIns="0" tIns="0" rIns="0" bIns="0" anchor="ctr">
            <a:noAutofit/>
          </a:bodyPr>
          <a:lstStyle xmlns:a="http://schemas.openxmlformats.org/drawingml/2006/main"/>
          <a:p xmlns:a="http://schemas.openxmlformats.org/drawingml/2006/main">
            <a:pPr marL="0" lvl="0" indent="0" algn="l">
              <a:spcBef>
                <a:spcPts val="0"/>
              </a:spcBef>
              <a:spcAft>
                <a:spcPts val="0"/>
              </a:spcAft>
              <a:buNone/>
            </a:pPr>
            <a:endParaRPr/>
          </a:p>
        </p:txBody>
      </p:sp>
      <p:sp>
        <p:nvSpPr>
          <p:cNvPr id="262" name="Google Shape;262;p22">
            <a:extLst xmlns:a="http://schemas.openxmlformats.org/drawingml/2006/main">
              <a:ext uri="{FF2B5EF4-FFF2-40B4-BE49-F238E27FC236}">
                <a16:creationId xmlns:a16="http://schemas.microsoft.com/office/drawing/2014/main" id="{F771B1F3-58F0-4C9F-A169-5B1D48169D8A}"/>
              </a:ext>
            </a:extLst>
          </p:cNvPr>
          <p:cNvSpPr>
            <a:spLocks xmlns:a="http://schemas.openxmlformats.org/drawingml/2006/main" noGrp="1"/>
          </p:cNvSpPr>
          <p:nvPr/>
        </p:nvSpPr>
        <p:spPr>
          <a:xfrm xmlns:a="http://schemas.openxmlformats.org/drawingml/2006/main" rot="0" flipH="0" flipV="0">
            <a:off x="3314700" y="2571750"/>
            <a:ext cx="2514600" cy="21432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190500" tIns="190500" rIns="190500" bIns="190500" anchor="t">
            <a:noAutofit/>
          </a:bodyPr>
          <a:lstStyle xmlns:a="http://schemas.openxmlformats.org/drawingml/2006/main"/>
          <a:p xmlns:a="http://schemas.openxmlformats.org/drawingml/2006/main">
            <a:pPr>
              <a:spcAft>
                <a:spcPts val="650"/>
              </a:spcAft>
            </a:pPr>
            <a:r>
              <a:rPr sz="1350" b="1">
                <a:solidFill>
                  <a:srgbClr val="0F172A"/>
                </a:solidFill>
                <a:latin typeface="Arial"/>
                <a:ea typeface="Arial"/>
                <a:cs typeface="Arial"/>
              </a:rPr>
              <a:t>02  Cập nhật dataset</a:t>
            </a:r>
          </a:p>
          <a:p xmlns:a="http://schemas.openxmlformats.org/drawingml/2006/main">
            <a:r>
              <a:rPr sz="1200" b="0">
                <a:solidFill>
                  <a:srgbClr val="334155"/>
                </a:solidFill>
                <a:latin typeface="Arial"/>
                <a:ea typeface="Arial"/>
                <a:cs typeface="Arial"/>
              </a:rPr>
              <a:t>Thêm mẫu mới hoặc sửa nhãn của nội dung đã có.
Gửi lại cùng phản hồi không nhân bản.</a:t>
            </a:r>
          </a:p>
        </p:txBody>
      </p:sp>
      <p:sp>
        <p:nvSpPr>
          <p:cNvPr id="264" name="Google Shape;264;p22">
            <a:extLst xmlns:a="http://schemas.openxmlformats.org/drawingml/2006/main">
              <a:ext uri="{FF2B5EF4-FFF2-40B4-BE49-F238E27FC236}">
                <a16:creationId xmlns:a16="http://schemas.microsoft.com/office/drawing/2014/main" id="{84FABF5D-5909-4EC2-A6B3-2EC1CDAA0217}"/>
              </a:ext>
            </a:extLst>
          </p:cNvPr>
          <p:cNvSpPr>
            <a:spLocks xmlns:a="http://schemas.openxmlformats.org/drawingml/2006/main" noGrp="1"/>
          </p:cNvSpPr>
          <p:nvPr/>
        </p:nvSpPr>
        <p:spPr>
          <a:xfrm xmlns:a="http://schemas.openxmlformats.org/drawingml/2006/main" rot="0" flipH="0" flipV="0">
            <a:off x="6057900" y="2571750"/>
            <a:ext cx="2514600" cy="2143200"/>
          </a:xfrm>
          <a:prstGeom xmlns:a="http://schemas.openxmlformats.org/drawingml/2006/main" prst="roundRect">
            <a:avLst>
              <a:gd name="adj" fmla="val 3555"/>
            </a:avLst>
          </a:prstGeom>
          <a:solidFill xmlns:a="http://schemas.openxmlformats.org/drawingml/2006/main">
            <a:srgbClr val="FFFFFF"/>
          </a:solidFill>
          <a:ln xmlns:a="http://schemas.openxmlformats.org/drawingml/2006/main" w="9525" cmpd="sng">
            <a:solidFill>
              <a:srgbClr val="CBD5E1"/>
            </a:solidFill>
            <a:prstDash val="solid"/>
            <a:headEnd type="none" w="sm" len="sm"/>
            <a:tailEnd type="none" w="sm" len="sm"/>
          </a:ln>
        </p:spPr>
        <p:txBody>
          <a:bodyPr xmlns:a="http://schemas.openxmlformats.org/drawingml/2006/main" spcFirstLastPara="1" wrap="square" lIns="0" tIns="0" rIns="0" bIns="0" anchor="ctr">
            <a:noAutofit/>
          </a:bodyPr>
          <a:lstStyle xmlns:a="http://schemas.openxmlformats.org/drawingml/2006/main"/>
          <a:p xmlns:a="http://schemas.openxmlformats.org/drawingml/2006/main">
            <a:pPr marL="0" lvl="0" indent="0" algn="l">
              <a:spcBef>
                <a:spcPts val="0"/>
              </a:spcBef>
              <a:spcAft>
                <a:spcPts val="0"/>
              </a:spcAft>
              <a:buNone/>
            </a:pPr>
            <a:endParaRPr/>
          </a:p>
        </p:txBody>
      </p:sp>
      <p:sp>
        <p:nvSpPr>
          <p:cNvPr id="265" name="Google Shape;265;p22">
            <a:extLst xmlns:a="http://schemas.openxmlformats.org/drawingml/2006/main">
              <a:ext uri="{FF2B5EF4-FFF2-40B4-BE49-F238E27FC236}">
                <a16:creationId xmlns:a16="http://schemas.microsoft.com/office/drawing/2014/main" id="{995C8AF0-F230-49D8-BF84-2D26E3526BAF}"/>
              </a:ext>
            </a:extLst>
          </p:cNvPr>
          <p:cNvSpPr>
            <a:spLocks xmlns:a="http://schemas.openxmlformats.org/drawingml/2006/main" noGrp="1"/>
          </p:cNvSpPr>
          <p:nvPr/>
        </p:nvSpPr>
        <p:spPr>
          <a:xfrm xmlns:a="http://schemas.openxmlformats.org/drawingml/2006/main" rot="0" flipH="0" flipV="0">
            <a:off x="6057900" y="2571750"/>
            <a:ext cx="2514600" cy="38100"/>
          </a:xfrm>
          <a:prstGeom xmlns:a="http://schemas.openxmlformats.org/drawingml/2006/main" prst="roundRect">
            <a:avLst>
              <a:gd name="adj" fmla="val 50000"/>
            </a:avLst>
          </a:prstGeom>
          <a:solidFill xmlns:a="http://schemas.openxmlformats.org/drawingml/2006/main">
            <a:srgbClr val="2563EB"/>
          </a:solidFill>
          <a:ln xmlns:a="http://schemas.openxmlformats.org/drawingml/2006/main">
            <a:noFill/>
          </a:ln>
        </p:spPr>
        <p:txBody>
          <a:bodyPr xmlns:a="http://schemas.openxmlformats.org/drawingml/2006/main" spcFirstLastPara="1" wrap="square" lIns="0" tIns="0" rIns="0" bIns="0" anchor="ctr">
            <a:noAutofit/>
          </a:bodyPr>
          <a:lstStyle xmlns:a="http://schemas.openxmlformats.org/drawingml/2006/main"/>
          <a:p xmlns:a="http://schemas.openxmlformats.org/drawingml/2006/main">
            <a:pPr marL="0" lvl="0" indent="0" algn="l">
              <a:spcBef>
                <a:spcPts val="0"/>
              </a:spcBef>
              <a:spcAft>
                <a:spcPts val="0"/>
              </a:spcAft>
              <a:buNone/>
            </a:pPr>
            <a:endParaRPr/>
          </a:p>
        </p:txBody>
      </p:sp>
      <p:sp>
        <p:nvSpPr>
          <p:cNvPr id="266" name="Google Shape;266;p22">
            <a:extLst xmlns:a="http://schemas.openxmlformats.org/drawingml/2006/main">
              <a:ext uri="{FF2B5EF4-FFF2-40B4-BE49-F238E27FC236}">
                <a16:creationId xmlns:a16="http://schemas.microsoft.com/office/drawing/2014/main" id="{B2B5836F-4B44-4779-8419-C4015F7E0F82}"/>
              </a:ext>
            </a:extLst>
          </p:cNvPr>
          <p:cNvSpPr>
            <a:spLocks xmlns:a="http://schemas.openxmlformats.org/drawingml/2006/main" noGrp="1"/>
          </p:cNvSpPr>
          <p:nvPr/>
        </p:nvSpPr>
        <p:spPr>
          <a:xfrm xmlns:a="http://schemas.openxmlformats.org/drawingml/2006/main" rot="0" flipH="0" flipV="0">
            <a:off x="6057900" y="2571750"/>
            <a:ext cx="2514600" cy="21432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190500" tIns="190500" rIns="190500" bIns="190500" anchor="t">
            <a:noAutofit/>
          </a:bodyPr>
          <a:lstStyle xmlns:a="http://schemas.openxmlformats.org/drawingml/2006/main"/>
          <a:p xmlns:a="http://schemas.openxmlformats.org/drawingml/2006/main">
            <a:pPr>
              <a:spcAft>
                <a:spcPts val="650"/>
              </a:spcAft>
            </a:pPr>
            <a:r>
              <a:rPr sz="1350" b="1">
                <a:solidFill>
                  <a:srgbClr val="0F172A"/>
                </a:solidFill>
                <a:latin typeface="Arial"/>
                <a:ea typeface="Arial"/>
                <a:cs typeface="Arial"/>
              </a:rPr>
              <a:t>03  Train lại</a:t>
            </a:r>
          </a:p>
          <a:p xmlns:a="http://schemas.openxmlformats.org/drawingml/2006/main">
            <a:r>
              <a:rPr sz="1200" b="0">
                <a:solidFill>
                  <a:srgbClr val="334155"/>
                </a:solidFill>
                <a:latin typeface="Arial"/>
                <a:ea typeface="Arial"/>
                <a:cs typeface="Arial"/>
              </a:rPr>
              <a:t>Admin bấm Train tại trang Mô hình.
Nhãn sai trả 400; ID không tồn tại trả 404. Chưa retrain tự động.</a:t>
            </a:r>
          </a:p>
        </p:txBody>
      </p:sp>
    </p:spTree>
    <p:extLst>
      <p:ext uri="{BB962C8B-B14F-4D97-AF65-F5344CB8AC3E}">
        <p14:creationId xmlns:p14="http://schemas.microsoft.com/office/powerpoint/2010/main" val="671922288"/>
      </p:ext>
    </p:extLst>
  </p:cSld>
</p:sld>
</file>

<file path=ppt/slides/slide10.xml><?xml version="1.0" encoding="utf-8"?>
<p:sld xmlns:p="http://schemas.openxmlformats.org/presentationml/2006/main">
  <p:cSld>
    <p:bg>
      <p:bgPr>
        <a:solidFill xmlns:a="http://schemas.openxmlformats.org/drawingml/2006/main">
          <a:srgbClr val="F8FAFC"/>
        </a:solidFill>
      </p:bgPr>
    </p:bg>
    <p:spTree>
      <p:nvGrpSpPr>
        <p:cNvPr id="1" name=""/>
        <p:cNvGrpSpPr/>
        <p:nvPr/>
      </p:nvGrpSpPr>
      <p:grpSpPr>
        <a:xfrm xmlns:a="http://schemas.openxmlformats.org/drawingml/2006/main"/>
      </p:grpSpPr>
      <p:sp>
        <p:nvSpPr>
          <p:cNvPr id="272" name="Google Shape;272;p23">
            <a:extLst xmlns:a="http://schemas.openxmlformats.org/drawingml/2006/main">
              <a:ext uri="{FF2B5EF4-FFF2-40B4-BE49-F238E27FC236}">
                <a16:creationId xmlns:a16="http://schemas.microsoft.com/office/drawing/2014/main" id="{401AA23E-5BBF-4378-A4FB-766C8466F0BE}"/>
              </a:ext>
            </a:extLst>
          </p:cNvPr>
          <p:cNvSpPr>
            <a:spLocks xmlns:a="http://schemas.openxmlformats.org/drawingml/2006/main" noGrp="1"/>
          </p:cNvSpPr>
          <p:nvPr/>
        </p:nvSpPr>
        <p:spPr>
          <a:xfrm xmlns:a="http://schemas.openxmlformats.org/drawingml/2006/main" rot="0" flipH="0" flipV="0">
            <a:off x="571500" y="1333500"/>
            <a:ext cx="8001000" cy="2476500"/>
          </a:xfrm>
          <a:prstGeom xmlns:a="http://schemas.openxmlformats.org/drawingml/2006/main" prst="rect">
            <a:avLst/>
          </a:prstGeom>
          <a:solidFill xmlns:a="http://schemas.openxmlformats.org/drawingml/2006/main">
            <a:srgbClr val="000000">
              <a:alpha val="0"/>
            </a:srgbClr>
          </a:solidFill>
          <a:ln xmlns:a="http://schemas.openxmlformats.org/drawingml/2006/main">
            <a:noFill/>
          </a:ln>
        </p:spPr>
        <p:txBody>
          <a:bodyPr xmlns:a="http://schemas.openxmlformats.org/drawingml/2006/main" spcFirstLastPara="1" wrap="square" lIns="0" tIns="0" rIns="0" bIns="0" anchor="ctr">
            <a:noAutofit/>
          </a:bodyPr>
          <a:lstStyle xmlns:a="http://schemas.openxmlformats.org/drawingml/2006/main"/>
          <a:p xmlns:a="http://schemas.openxmlformats.org/drawingml/2006/main">
            <a:pPr marL="0" lvl="0" indent="0" algn="l">
              <a:spcBef>
                <a:spcPts val="0"/>
              </a:spcBef>
              <a:spcAft>
                <a:spcPts val="0"/>
              </a:spcAft>
              <a:buNone/>
            </a:pPr>
            <a:endParaRPr/>
          </a:p>
        </p:txBody>
      </p:sp>
      <p:sp>
        <p:nvSpPr>
          <p:cNvPr id="273" name="Google Shape;273;p23">
            <a:extLst xmlns:a="http://schemas.openxmlformats.org/drawingml/2006/main">
              <a:ext uri="{FF2B5EF4-FFF2-40B4-BE49-F238E27FC236}">
                <a16:creationId xmlns:a16="http://schemas.microsoft.com/office/drawing/2014/main" id="{5E76F433-627E-4B9A-A59A-77B0ACD8D48A}"/>
              </a:ext>
            </a:extLst>
          </p:cNvPr>
          <p:cNvSpPr>
            <a:spLocks xmlns:a="http://schemas.openxmlformats.org/drawingml/2006/main" noGrp="1"/>
          </p:cNvSpPr>
          <p:nvPr/>
        </p:nvSpPr>
        <p:spPr>
          <a:xfrm xmlns:a="http://schemas.openxmlformats.org/drawingml/2006/main" rot="0" flipH="0" flipV="0">
            <a:off x="571500" y="333375"/>
            <a:ext cx="8001000" cy="619125"/>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t">
            <a:noAutofit/>
          </a:bodyPr>
          <a:lstStyle xmlns:a="http://schemas.openxmlformats.org/drawingml/2006/main"/>
          <a:p xmlns:a="http://schemas.openxmlformats.org/drawingml/2006/main">
            <a:pPr marL="0" lvl="0" indent="0" algn="l">
              <a:spcBef>
                <a:spcPts val="0"/>
              </a:spcBef>
              <a:spcAft>
                <a:spcPts val="0"/>
              </a:spcAft>
              <a:buNone/>
              <a:defRPr sz="2400" b="1">
                <a:solidFill>
                  <a:srgbClr val="0F172A"/>
                </a:solidFill>
                <a:latin typeface="Arial"/>
                <a:ea typeface="Arial"/>
                <a:cs typeface="Arial"/>
              </a:defRPr>
            </a:pPr>
            <a:r>
              <a:rPr sz="2400" b="1" i="0">
                <a:solidFill>
                  <a:srgbClr val="0F172A"/>
                </a:solidFill>
                <a:latin typeface="Arial"/>
                <a:ea typeface="Arial"/>
                <a:cs typeface="Arial"/>
              </a:rPr>
              <a:t>Đăng nhập và quản lý tài khoản</a:t>
            </a:r>
            <a:endParaRPr sz="4500" b="1" i="0">
              <a:solidFill>
                <a:srgbClr val="0F172A"/>
              </a:solidFill>
              <a:latin typeface="Arial"/>
              <a:ea typeface="Arial"/>
              <a:cs typeface="Arial"/>
            </a:endParaRPr>
          </a:p>
        </p:txBody>
      </p:sp>
      <p:pic>
        <p:nvPicPr>
          <p:cNvPr id="278" name=""/>
          <p:cNvPicPr>
            <a:picLocks xmlns:a="http://schemas.openxmlformats.org/drawingml/2006/main" noChangeAspect="1"/>
          </p:cNvPicPr>
          <p:nvPr/>
        </p:nvPicPr>
        <p:blipFill>
          <a:blip xmlns:r="http://schemas.openxmlformats.org/officeDocument/2006/relationships" xmlns:a="http://schemas.openxmlformats.org/drawingml/2006/main" r:embed="Re5b406312c5b4509"/>
          <a:stretch xmlns:a="http://schemas.openxmlformats.org/drawingml/2006/main"/>
        </p:blipFill>
        <p:spPr>
          <a:xfrm xmlns:a="http://schemas.openxmlformats.org/drawingml/2006/main">
            <a:off x="500063" y="1095375"/>
            <a:ext cx="5000625" cy="3333750"/>
          </a:xfrm>
          <a:prstGeom xmlns:a="http://schemas.openxmlformats.org/drawingml/2006/main" prst="rect">
            <a:avLst/>
          </a:prstGeom>
        </p:spPr>
      </p:pic>
      <p:sp>
        <p:nvSpPr>
          <p:cNvPr id="275" name="updated-Session và password hash.">
            <a:extLst xmlns:a="http://schemas.openxmlformats.org/drawingml/2006/main">
              <a:ext uri="{FF2B5EF4-FFF2-40B4-BE49-F238E27FC236}">
                <a16:creationId xmlns:a16="http://schemas.microsoft.com/office/drawing/2014/main" id="{9513DE85-C407-413B-BBF0-3508DEE6569A}"/>
              </a:ext>
            </a:extLst>
          </p:cNvPr>
          <p:cNvSpPr>
            <a:spLocks xmlns:a="http://schemas.openxmlformats.org/drawingml/2006/main" noGrp="1"/>
          </p:cNvSpPr>
          <p:nvPr/>
        </p:nvSpPr>
        <p:spPr>
          <a:xfrm xmlns:a="http://schemas.openxmlformats.org/drawingml/2006/main">
            <a:off x="5905500" y="1190625"/>
            <a:ext cx="2809875" cy="3429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425" b="0">
                <a:solidFill>
                  <a:srgbClr val="1E293B"/>
                </a:solidFill>
                <a:latin typeface="Arial"/>
                <a:ea typeface="Arial"/>
                <a:cs typeface="Arial"/>
              </a:defRPr>
            </a:pPr>
            <a:r>
              <a:rPr sz="1425" b="0">
                <a:solidFill>
                  <a:srgbClr val="1E293B"/>
                </a:solidFill>
                <a:latin typeface="Arial"/>
                <a:ea typeface="Arial"/>
                <a:cs typeface="Arial"/>
              </a:rPr>
              <a:t>Session và password hash.</a:t>
            </a:r>
          </a:p>
          <a:p xmlns:a="http://schemas.openxmlformats.org/drawingml/2006/main">
            <a:r>
              <a:t/>
            </a:r>
          </a:p>
          <a:p xmlns:a="http://schemas.openxmlformats.org/drawingml/2006/main">
            <a:pPr>
              <a:defRPr sz="1425" b="0">
                <a:solidFill>
                  <a:srgbClr val="1E293B"/>
                </a:solidFill>
                <a:latin typeface="Arial"/>
                <a:ea typeface="Arial"/>
                <a:cs typeface="Arial"/>
              </a:defRPr>
            </a:pPr>
            <a:r>
              <a:rPr sz="1425" b="0">
                <a:solidFill>
                  <a:srgbClr val="1E293B"/>
                </a:solidFill>
                <a:latin typeface="Arial"/>
                <a:ea typeface="Arial"/>
                <a:cs typeface="Arial"/>
              </a:rPr>
              <a:t>Admin tạo, khóa/mở, đổi vai trò và xóa tài khoản.</a:t>
            </a:r>
          </a:p>
          <a:p xmlns:a="http://schemas.openxmlformats.org/drawingml/2006/main">
            <a:r>
              <a:t/>
            </a:r>
          </a:p>
          <a:p xmlns:a="http://schemas.openxmlformats.org/drawingml/2006/main">
            <a:pPr>
              <a:defRPr sz="1425" b="0">
                <a:solidFill>
                  <a:srgbClr val="1E293B"/>
                </a:solidFill>
                <a:latin typeface="Arial"/>
                <a:ea typeface="Arial"/>
                <a:cs typeface="Arial"/>
              </a:defRPr>
            </a:pPr>
            <a:r>
              <a:rPr sz="1425" b="0">
                <a:solidFill>
                  <a:srgbClr val="1E293B"/>
                </a:solidFill>
                <a:latin typeface="Arial"/>
                <a:ea typeface="Arial"/>
                <a:cs typeface="Arial"/>
              </a:rPr>
              <a:t>Bảo vệ Admin cuối cùng và tài khoản đang đăng nhập.</a:t>
            </a:r>
          </a:p>
        </p:txBody>
      </p:sp>
    </p:spTree>
    <p:extLst>
      <p:ext uri="{BB962C8B-B14F-4D97-AF65-F5344CB8AC3E}">
        <p14:creationId xmlns:p14="http://schemas.microsoft.com/office/powerpoint/2010/main" val="311570820"/>
      </p:ext>
    </p:extLst>
  </p:cSld>
</p:sld>
</file>

<file path=ppt/slides/slide11.xml><?xml version="1.0" encoding="utf-8"?>
<p:sld xmlns:p="http://schemas.openxmlformats.org/presentationml/2006/main">
  <p:cSld>
    <p:bg>
      <p:bgPr>
        <a:solidFill xmlns:a="http://schemas.openxmlformats.org/drawingml/2006/main">
          <a:srgbClr val="F8FAFC"/>
        </a:solidFill>
      </p:bgPr>
    </p:bg>
    <p:spTree>
      <p:nvGrpSpPr>
        <p:cNvPr id="1" name=""/>
        <p:cNvGrpSpPr/>
        <p:nvPr/>
      </p:nvGrpSpPr>
      <p:grpSpPr>
        <a:xfrm xmlns:a="http://schemas.openxmlformats.org/drawingml/2006/main"/>
      </p:grpSpPr>
      <p:sp>
        <p:nvSpPr>
          <p:cNvPr id="272" name="Google Shape;272;p23">
            <a:extLst xmlns:a="http://schemas.openxmlformats.org/drawingml/2006/main">
              <a:ext uri="{FF2B5EF4-FFF2-40B4-BE49-F238E27FC236}">
                <a16:creationId xmlns:a16="http://schemas.microsoft.com/office/drawing/2014/main" id="{401AA23E-5BBF-4378-A4FB-766C8466F0BE}"/>
              </a:ext>
            </a:extLst>
          </p:cNvPr>
          <p:cNvSpPr>
            <a:spLocks xmlns:a="http://schemas.openxmlformats.org/drawingml/2006/main" noGrp="1"/>
          </p:cNvSpPr>
          <p:nvPr/>
        </p:nvSpPr>
        <p:spPr>
          <a:xfrm xmlns:a="http://schemas.openxmlformats.org/drawingml/2006/main" rot="0" flipH="0" flipV="0">
            <a:off x="571500" y="1333500"/>
            <a:ext cx="8001000" cy="2476500"/>
          </a:xfrm>
          <a:prstGeom xmlns:a="http://schemas.openxmlformats.org/drawingml/2006/main" prst="rect">
            <a:avLst/>
          </a:prstGeom>
          <a:solidFill xmlns:a="http://schemas.openxmlformats.org/drawingml/2006/main">
            <a:srgbClr val="000000">
              <a:alpha val="0"/>
            </a:srgbClr>
          </a:solidFill>
          <a:ln xmlns:a="http://schemas.openxmlformats.org/drawingml/2006/main">
            <a:noFill/>
          </a:ln>
        </p:spPr>
        <p:txBody>
          <a:bodyPr xmlns:a="http://schemas.openxmlformats.org/drawingml/2006/main" spcFirstLastPara="1" wrap="square" lIns="0" tIns="0" rIns="0" bIns="0" anchor="ctr">
            <a:noAutofit/>
          </a:bodyPr>
          <a:lstStyle xmlns:a="http://schemas.openxmlformats.org/drawingml/2006/main"/>
          <a:p xmlns:a="http://schemas.openxmlformats.org/drawingml/2006/main">
            <a:pPr marL="0" lvl="0" indent="0" algn="l">
              <a:spcBef>
                <a:spcPts val="0"/>
              </a:spcBef>
              <a:spcAft>
                <a:spcPts val="0"/>
              </a:spcAft>
              <a:buNone/>
            </a:pPr>
            <a:endParaRPr/>
          </a:p>
        </p:txBody>
      </p:sp>
      <p:sp>
        <p:nvSpPr>
          <p:cNvPr id="273" name="Google Shape;273;p23">
            <a:extLst xmlns:a="http://schemas.openxmlformats.org/drawingml/2006/main">
              <a:ext uri="{FF2B5EF4-FFF2-40B4-BE49-F238E27FC236}">
                <a16:creationId xmlns:a16="http://schemas.microsoft.com/office/drawing/2014/main" id="{5E76F433-627E-4B9A-A59A-77B0ACD8D48A}"/>
              </a:ext>
            </a:extLst>
          </p:cNvPr>
          <p:cNvSpPr>
            <a:spLocks xmlns:a="http://schemas.openxmlformats.org/drawingml/2006/main" noGrp="1"/>
          </p:cNvSpPr>
          <p:nvPr/>
        </p:nvSpPr>
        <p:spPr>
          <a:xfrm xmlns:a="http://schemas.openxmlformats.org/drawingml/2006/main" rot="0" flipH="0" flipV="0">
            <a:off x="571500" y="333375"/>
            <a:ext cx="8001000" cy="619125"/>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t">
            <a:noAutofit/>
          </a:bodyPr>
          <a:lstStyle xmlns:a="http://schemas.openxmlformats.org/drawingml/2006/main"/>
          <a:p xmlns:a="http://schemas.openxmlformats.org/drawingml/2006/main">
            <a:pPr marL="0" lvl="0" indent="0" algn="l">
              <a:spcBef>
                <a:spcPts val="0"/>
              </a:spcBef>
              <a:spcAft>
                <a:spcPts val="0"/>
              </a:spcAft>
              <a:buNone/>
              <a:defRPr sz="2400" b="1">
                <a:solidFill>
                  <a:srgbClr val="0F172A"/>
                </a:solidFill>
                <a:latin typeface="Arial"/>
                <a:ea typeface="Arial"/>
                <a:cs typeface="Arial"/>
              </a:defRPr>
            </a:pPr>
            <a:r>
              <a:rPr sz="2400" b="1" i="0">
                <a:solidFill>
                  <a:srgbClr val="0F172A"/>
                </a:solidFill>
                <a:latin typeface="Arial"/>
                <a:ea typeface="Arial"/>
                <a:cs typeface="Arial"/>
              </a:rPr>
              <a:t>Thiết lập hồ sơ và mật khẩu</a:t>
            </a:r>
            <a:endParaRPr sz="4500" b="1" i="0">
              <a:solidFill>
                <a:srgbClr val="0F172A"/>
              </a:solidFill>
              <a:latin typeface="Arial"/>
              <a:ea typeface="Arial"/>
              <a:cs typeface="Arial"/>
            </a:endParaRPr>
          </a:p>
        </p:txBody>
      </p:sp>
      <p:pic>
        <p:nvPicPr>
          <p:cNvPr id="278" name=""/>
          <p:cNvPicPr>
            <a:picLocks xmlns:a="http://schemas.openxmlformats.org/drawingml/2006/main" noChangeAspect="1"/>
          </p:cNvPicPr>
          <p:nvPr/>
        </p:nvPicPr>
        <p:blipFill>
          <a:blip xmlns:r="http://schemas.openxmlformats.org/officeDocument/2006/relationships" xmlns:a="http://schemas.openxmlformats.org/drawingml/2006/main" r:embed="R0ca82f08fdb04dd1"/>
          <a:stretch xmlns:a="http://schemas.openxmlformats.org/drawingml/2006/main"/>
        </p:blipFill>
        <p:spPr>
          <a:xfrm xmlns:a="http://schemas.openxmlformats.org/drawingml/2006/main">
            <a:off x="500063" y="1095375"/>
            <a:ext cx="5000625" cy="3333750"/>
          </a:xfrm>
          <a:prstGeom xmlns:a="http://schemas.openxmlformats.org/drawingml/2006/main" prst="rect">
            <a:avLst/>
          </a:prstGeom>
        </p:spPr>
      </p:pic>
      <p:sp>
        <p:nvSpPr>
          <p:cNvPr id="275" name="updated-Tên hiển thị và email có ">
            <a:extLst xmlns:a="http://schemas.openxmlformats.org/drawingml/2006/main">
              <a:ext uri="{FF2B5EF4-FFF2-40B4-BE49-F238E27FC236}">
                <a16:creationId xmlns:a16="http://schemas.microsoft.com/office/drawing/2014/main" id="{29C27E89-DF33-4666-86AF-1EA531594B6C}"/>
              </a:ext>
            </a:extLst>
          </p:cNvPr>
          <p:cNvSpPr>
            <a:spLocks xmlns:a="http://schemas.openxmlformats.org/drawingml/2006/main" noGrp="1"/>
          </p:cNvSpPr>
          <p:nvPr/>
        </p:nvSpPr>
        <p:spPr>
          <a:xfrm xmlns:a="http://schemas.openxmlformats.org/drawingml/2006/main">
            <a:off x="5905500" y="1190625"/>
            <a:ext cx="2809875" cy="3429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425" b="0">
                <a:solidFill>
                  <a:srgbClr val="1E293B"/>
                </a:solidFill>
                <a:latin typeface="Arial"/>
                <a:ea typeface="Arial"/>
                <a:cs typeface="Arial"/>
              </a:defRPr>
            </a:pPr>
            <a:r>
              <a:rPr sz="1425" b="0">
                <a:solidFill>
                  <a:srgbClr val="1E293B"/>
                </a:solidFill>
                <a:latin typeface="Arial"/>
                <a:ea typeface="Arial"/>
                <a:cs typeface="Arial"/>
              </a:rPr>
              <a:t>Tên hiển thị và email có thể cập nhật.</a:t>
            </a:r>
          </a:p>
          <a:p xmlns:a="http://schemas.openxmlformats.org/drawingml/2006/main">
            <a:r>
              <a:t/>
            </a:r>
          </a:p>
          <a:p xmlns:a="http://schemas.openxmlformats.org/drawingml/2006/main">
            <a:pPr>
              <a:defRPr sz="1425" b="0">
                <a:solidFill>
                  <a:srgbClr val="1E293B"/>
                </a:solidFill>
                <a:latin typeface="Arial"/>
                <a:ea typeface="Arial"/>
                <a:cs typeface="Arial"/>
              </a:defRPr>
            </a:pPr>
            <a:r>
              <a:rPr sz="1425" b="0">
                <a:solidFill>
                  <a:srgbClr val="1E293B"/>
                </a:solidFill>
                <a:latin typeface="Arial"/>
                <a:ea typeface="Arial"/>
                <a:cs typeface="Arial"/>
              </a:rPr>
              <a:t>Đổi mật khẩu cần mật khẩu hiện tại; mật khẩu mới tối thiểu 8 ký tự.</a:t>
            </a:r>
          </a:p>
          <a:p xmlns:a="http://schemas.openxmlformats.org/drawingml/2006/main">
            <a:r>
              <a:t/>
            </a:r>
          </a:p>
          <a:p xmlns:a="http://schemas.openxmlformats.org/drawingml/2006/main">
            <a:pPr>
              <a:defRPr sz="1425" b="0">
                <a:solidFill>
                  <a:srgbClr val="1E293B"/>
                </a:solidFill>
                <a:latin typeface="Arial"/>
                <a:ea typeface="Arial"/>
                <a:cs typeface="Arial"/>
              </a:defRPr>
            </a:pPr>
            <a:r>
              <a:rPr sz="1425" b="0">
                <a:solidFill>
                  <a:srgbClr val="1E293B"/>
                </a:solidFill>
                <a:latin typeface="Arial"/>
                <a:ea typeface="Arial"/>
                <a:cs typeface="Arial"/>
              </a:rPr>
              <a:t>Admin có nút import demo.</a:t>
            </a:r>
          </a:p>
        </p:txBody>
      </p:sp>
    </p:spTree>
    <p:extLst>
      <p:ext uri="{BB962C8B-B14F-4D97-AF65-F5344CB8AC3E}">
        <p14:creationId xmlns:p14="http://schemas.microsoft.com/office/powerpoint/2010/main" val="311570820"/>
      </p:ext>
    </p:extLst>
  </p:cSld>
</p:sld>
</file>

<file path=ppt/slides/slide12.xml><?xml version="1.0" encoding="utf-8"?>
<p:sld xmlns:p="http://schemas.openxmlformats.org/presentationml/2006/main">
  <p:cSld>
    <p:bg>
      <p:bgPr>
        <a:solidFill xmlns:a="http://schemas.openxmlformats.org/drawingml/2006/main">
          <a:srgbClr val="F8FAFC"/>
        </a:solidFill>
      </p:bgPr>
    </p:bg>
    <p:spTree>
      <p:nvGrpSpPr>
        <p:cNvPr id="1" name=""/>
        <p:cNvGrpSpPr/>
        <p:nvPr/>
      </p:nvGrpSpPr>
      <p:grpSpPr>
        <a:xfrm xmlns:a="http://schemas.openxmlformats.org/drawingml/2006/main"/>
      </p:grpSpPr>
      <p:sp>
        <p:nvSpPr>
          <p:cNvPr id="272" name="Google Shape;272;p23">
            <a:extLst xmlns:a="http://schemas.openxmlformats.org/drawingml/2006/main">
              <a:ext uri="{FF2B5EF4-FFF2-40B4-BE49-F238E27FC236}">
                <a16:creationId xmlns:a16="http://schemas.microsoft.com/office/drawing/2014/main" id="{401AA23E-5BBF-4378-A4FB-766C8466F0BE}"/>
              </a:ext>
            </a:extLst>
          </p:cNvPr>
          <p:cNvSpPr>
            <a:spLocks xmlns:a="http://schemas.openxmlformats.org/drawingml/2006/main" noGrp="1"/>
          </p:cNvSpPr>
          <p:nvPr/>
        </p:nvSpPr>
        <p:spPr>
          <a:xfrm xmlns:a="http://schemas.openxmlformats.org/drawingml/2006/main" rot="0" flipH="0" flipV="0">
            <a:off x="571500" y="1333500"/>
            <a:ext cx="8001000" cy="2476500"/>
          </a:xfrm>
          <a:prstGeom xmlns:a="http://schemas.openxmlformats.org/drawingml/2006/main" prst="rect">
            <a:avLst/>
          </a:prstGeom>
          <a:solidFill xmlns:a="http://schemas.openxmlformats.org/drawingml/2006/main">
            <a:srgbClr val="000000">
              <a:alpha val="0"/>
            </a:srgbClr>
          </a:solidFill>
          <a:ln xmlns:a="http://schemas.openxmlformats.org/drawingml/2006/main">
            <a:noFill/>
          </a:ln>
        </p:spPr>
        <p:txBody>
          <a:bodyPr xmlns:a="http://schemas.openxmlformats.org/drawingml/2006/main" spcFirstLastPara="1" wrap="square" lIns="0" tIns="0" rIns="0" bIns="0" anchor="ctr">
            <a:noAutofit/>
          </a:bodyPr>
          <a:lstStyle xmlns:a="http://schemas.openxmlformats.org/drawingml/2006/main"/>
          <a:p xmlns:a="http://schemas.openxmlformats.org/drawingml/2006/main">
            <a:pPr marL="0" lvl="0" indent="0" algn="l">
              <a:spcBef>
                <a:spcPts val="0"/>
              </a:spcBef>
              <a:spcAft>
                <a:spcPts val="0"/>
              </a:spcAft>
              <a:buNone/>
            </a:pPr>
            <a:endParaRPr/>
          </a:p>
        </p:txBody>
      </p:sp>
      <p:sp>
        <p:nvSpPr>
          <p:cNvPr id="273" name="Google Shape;273;p23">
            <a:extLst xmlns:a="http://schemas.openxmlformats.org/drawingml/2006/main">
              <a:ext uri="{FF2B5EF4-FFF2-40B4-BE49-F238E27FC236}">
                <a16:creationId xmlns:a16="http://schemas.microsoft.com/office/drawing/2014/main" id="{5E76F433-627E-4B9A-A59A-77B0ACD8D48A}"/>
              </a:ext>
            </a:extLst>
          </p:cNvPr>
          <p:cNvSpPr>
            <a:spLocks xmlns:a="http://schemas.openxmlformats.org/drawingml/2006/main" noGrp="1"/>
          </p:cNvSpPr>
          <p:nvPr/>
        </p:nvSpPr>
        <p:spPr>
          <a:xfrm xmlns:a="http://schemas.openxmlformats.org/drawingml/2006/main" rot="0" flipH="0" flipV="0">
            <a:off x="571500" y="333375"/>
            <a:ext cx="8001000" cy="619125"/>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t">
            <a:noAutofit/>
          </a:bodyPr>
          <a:lstStyle xmlns:a="http://schemas.openxmlformats.org/drawingml/2006/main"/>
          <a:p xmlns:a="http://schemas.openxmlformats.org/drawingml/2006/main">
            <a:pPr marL="0" lvl="0" indent="0" algn="l">
              <a:spcBef>
                <a:spcPts val="0"/>
              </a:spcBef>
              <a:spcAft>
                <a:spcPts val="0"/>
              </a:spcAft>
              <a:buNone/>
              <a:defRPr sz="2400" b="1">
                <a:solidFill>
                  <a:srgbClr val="0F172A"/>
                </a:solidFill>
                <a:latin typeface="Arial"/>
                <a:ea typeface="Arial"/>
                <a:cs typeface="Arial"/>
              </a:defRPr>
            </a:pPr>
            <a:r>
              <a:rPr sz="2400" b="1" i="0">
                <a:solidFill>
                  <a:srgbClr val="0F172A"/>
                </a:solidFill>
                <a:latin typeface="Arial"/>
                <a:ea typeface="Arial"/>
                <a:cs typeface="Arial"/>
              </a:rPr>
              <a:t>Kiểm tra và quản lý IP domain</a:t>
            </a:r>
            <a:endParaRPr sz="4500" b="1" i="0">
              <a:solidFill>
                <a:srgbClr val="0F172A"/>
              </a:solidFill>
              <a:latin typeface="Arial"/>
              <a:ea typeface="Arial"/>
              <a:cs typeface="Arial"/>
            </a:endParaRPr>
          </a:p>
        </p:txBody>
      </p:sp>
      <p:pic>
        <p:nvPicPr>
          <p:cNvPr id="279" name=""/>
          <p:cNvPicPr>
            <a:picLocks xmlns:a="http://schemas.openxmlformats.org/drawingml/2006/main" noChangeAspect="1"/>
          </p:cNvPicPr>
          <p:nvPr/>
        </p:nvPicPr>
        <p:blipFill>
          <a:blip xmlns:r="http://schemas.openxmlformats.org/officeDocument/2006/relationships" xmlns:a="http://schemas.openxmlformats.org/drawingml/2006/main" r:embed="R19c7828f23b64e2e"/>
          <a:stretch xmlns:a="http://schemas.openxmlformats.org/drawingml/2006/main"/>
        </p:blipFill>
        <p:spPr>
          <a:xfrm xmlns:a="http://schemas.openxmlformats.org/drawingml/2006/main">
            <a:off x="381000" y="1330868"/>
            <a:ext cx="5095875" cy="2348414"/>
          </a:xfrm>
          <a:prstGeom xmlns:a="http://schemas.openxmlformats.org/drawingml/2006/main" prst="rect">
            <a:avLst/>
          </a:prstGeom>
        </p:spPr>
      </p:pic>
      <p:pic>
        <p:nvPicPr>
          <p:cNvPr id="280" name=""/>
          <p:cNvPicPr>
            <a:picLocks xmlns:a="http://schemas.openxmlformats.org/drawingml/2006/main" noChangeAspect="1"/>
          </p:cNvPicPr>
          <p:nvPr/>
        </p:nvPicPr>
        <p:blipFill>
          <a:blip xmlns:r="http://schemas.openxmlformats.org/officeDocument/2006/relationships" xmlns:a="http://schemas.openxmlformats.org/drawingml/2006/main" r:embed="R65d0be3fe5204658"/>
          <a:stretch xmlns:a="http://schemas.openxmlformats.org/drawingml/2006/main"/>
        </p:blipFill>
        <p:spPr>
          <a:xfrm xmlns:a="http://schemas.openxmlformats.org/drawingml/2006/main">
            <a:off x="5715000" y="1645832"/>
            <a:ext cx="3048000" cy="1004112"/>
          </a:xfrm>
          <a:prstGeom xmlns:a="http://schemas.openxmlformats.org/drawingml/2006/main" prst="rect">
            <a:avLst/>
          </a:prstGeom>
        </p:spPr>
      </p:pic>
      <p:sp>
        <p:nvSpPr>
          <p:cNvPr id="276" name="updated-CRUD IP và domain độc lập">
            <a:extLst xmlns:a="http://schemas.openxmlformats.org/drawingml/2006/main">
              <a:ext uri="{FF2B5EF4-FFF2-40B4-BE49-F238E27FC236}">
                <a16:creationId xmlns:a16="http://schemas.microsoft.com/office/drawing/2014/main" id="{BE047DE6-B13D-4E25-99C0-4A40C7931AB7}"/>
              </a:ext>
            </a:extLst>
          </p:cNvPr>
          <p:cNvSpPr>
            <a:spLocks xmlns:a="http://schemas.openxmlformats.org/drawingml/2006/main" noGrp="1"/>
          </p:cNvSpPr>
          <p:nvPr/>
        </p:nvSpPr>
        <p:spPr>
          <a:xfrm xmlns:a="http://schemas.openxmlformats.org/drawingml/2006/main">
            <a:off x="476250" y="4143375"/>
            <a:ext cx="8191500" cy="666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350" b="0">
                <a:solidFill>
                  <a:srgbClr val="1E293B"/>
                </a:solidFill>
                <a:latin typeface="Arial"/>
                <a:ea typeface="Arial"/>
                <a:cs typeface="Arial"/>
              </a:defRPr>
            </a:pPr>
            <a:r>
              <a:rPr sz="1350" b="0">
                <a:solidFill>
                  <a:srgbClr val="1E293B"/>
                </a:solidFill>
                <a:latin typeface="Arial"/>
                <a:ea typeface="Arial"/>
                <a:cs typeface="Arial"/>
              </a:rPr>
              <a:t>CRUD IP và domain độc lập. So khớp domain chính xác, không tự gồm domain con.</a:t>
            </a:r>
          </a:p>
          <a:p xmlns:a="http://schemas.openxmlformats.org/drawingml/2006/main">
            <a:pPr>
              <a:defRPr sz="1350" b="0">
                <a:solidFill>
                  <a:srgbClr val="1E293B"/>
                </a:solidFill>
                <a:latin typeface="Arial"/>
                <a:ea typeface="Arial"/>
                <a:cs typeface="Arial"/>
              </a:defRPr>
            </a:pPr>
            <a:r>
              <a:rPr sz="1350" b="0">
                <a:solidFill>
                  <a:srgbClr val="1E293B"/>
                </a:solidFill>
                <a:latin typeface="Arial"/>
                <a:ea typeface="Arial"/>
                <a:cs typeface="Arial"/>
              </a:rPr>
              <a:t>Chưa DNS/reputation hay chặn thư tại mail server.</a:t>
            </a:r>
          </a:p>
        </p:txBody>
      </p:sp>
    </p:spTree>
    <p:extLst>
      <p:ext uri="{BB962C8B-B14F-4D97-AF65-F5344CB8AC3E}">
        <p14:creationId xmlns:p14="http://schemas.microsoft.com/office/powerpoint/2010/main" val="311570820"/>
      </p:ext>
    </p:extLst>
  </p:cSld>
</p:sld>
</file>

<file path=ppt/slides/slide13.xml><?xml version="1.0" encoding="utf-8"?>
<p:sld xmlns:p="http://schemas.openxmlformats.org/presentationml/2006/main">
  <p:cSld>
    <p:bg>
      <p:bgPr>
        <a:solidFill xmlns:a="http://schemas.openxmlformats.org/drawingml/2006/main">
          <a:srgbClr val="F8FAFC"/>
        </a:solidFill>
      </p:bgPr>
    </p:bg>
    <p:spTree>
      <p:nvGrpSpPr>
        <p:cNvPr id="1" name=""/>
        <p:cNvGrpSpPr/>
        <p:nvPr/>
      </p:nvGrpSpPr>
      <p:grpSpPr>
        <a:xfrm xmlns:a="http://schemas.openxmlformats.org/drawingml/2006/main"/>
      </p:grpSpPr>
      <p:sp>
        <p:nvSpPr>
          <p:cNvPr id="272" name="Google Shape;272;p23">
            <a:extLst xmlns:a="http://schemas.openxmlformats.org/drawingml/2006/main">
              <a:ext uri="{FF2B5EF4-FFF2-40B4-BE49-F238E27FC236}">
                <a16:creationId xmlns:a16="http://schemas.microsoft.com/office/drawing/2014/main" id="{401AA23E-5BBF-4378-A4FB-766C8466F0BE}"/>
              </a:ext>
            </a:extLst>
          </p:cNvPr>
          <p:cNvSpPr>
            <a:spLocks xmlns:a="http://schemas.openxmlformats.org/drawingml/2006/main" noGrp="1"/>
          </p:cNvSpPr>
          <p:nvPr/>
        </p:nvSpPr>
        <p:spPr>
          <a:xfrm xmlns:a="http://schemas.openxmlformats.org/drawingml/2006/main" rot="0" flipH="0" flipV="0">
            <a:off x="571500" y="1333500"/>
            <a:ext cx="8001000" cy="2476500"/>
          </a:xfrm>
          <a:prstGeom xmlns:a="http://schemas.openxmlformats.org/drawingml/2006/main" prst="rect">
            <a:avLst/>
          </a:prstGeom>
          <a:solidFill xmlns:a="http://schemas.openxmlformats.org/drawingml/2006/main">
            <a:srgbClr val="000000">
              <a:alpha val="0"/>
            </a:srgbClr>
          </a:solidFill>
          <a:ln xmlns:a="http://schemas.openxmlformats.org/drawingml/2006/main">
            <a:noFill/>
          </a:ln>
        </p:spPr>
        <p:txBody>
          <a:bodyPr xmlns:a="http://schemas.openxmlformats.org/drawingml/2006/main" spcFirstLastPara="1" wrap="square" lIns="0" tIns="0" rIns="0" bIns="0" anchor="ctr">
            <a:noAutofit/>
          </a:bodyPr>
          <a:lstStyle xmlns:a="http://schemas.openxmlformats.org/drawingml/2006/main"/>
          <a:p xmlns:a="http://schemas.openxmlformats.org/drawingml/2006/main">
            <a:pPr marL="0" lvl="0" indent="0" algn="l">
              <a:spcBef>
                <a:spcPts val="0"/>
              </a:spcBef>
              <a:spcAft>
                <a:spcPts val="0"/>
              </a:spcAft>
              <a:buNone/>
            </a:pPr>
            <a:endParaRPr/>
          </a:p>
        </p:txBody>
      </p:sp>
      <p:sp>
        <p:nvSpPr>
          <p:cNvPr id="273" name="Google Shape;273;p23">
            <a:extLst xmlns:a="http://schemas.openxmlformats.org/drawingml/2006/main">
              <a:ext uri="{FF2B5EF4-FFF2-40B4-BE49-F238E27FC236}">
                <a16:creationId xmlns:a16="http://schemas.microsoft.com/office/drawing/2014/main" id="{5E76F433-627E-4B9A-A59A-77B0ACD8D48A}"/>
              </a:ext>
            </a:extLst>
          </p:cNvPr>
          <p:cNvSpPr>
            <a:spLocks xmlns:a="http://schemas.openxmlformats.org/drawingml/2006/main" noGrp="1"/>
          </p:cNvSpPr>
          <p:nvPr/>
        </p:nvSpPr>
        <p:spPr>
          <a:xfrm xmlns:a="http://schemas.openxmlformats.org/drawingml/2006/main" rot="0" flipH="0" flipV="0">
            <a:off x="571500" y="333375"/>
            <a:ext cx="8001000" cy="619125"/>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t">
            <a:noAutofit/>
          </a:bodyPr>
          <a:lstStyle xmlns:a="http://schemas.openxmlformats.org/drawingml/2006/main"/>
          <a:p xmlns:a="http://schemas.openxmlformats.org/drawingml/2006/main">
            <a:pPr marL="0" lvl="0" indent="0" algn="l">
              <a:spcBef>
                <a:spcPts val="0"/>
              </a:spcBef>
              <a:spcAft>
                <a:spcPts val="0"/>
              </a:spcAft>
              <a:buNone/>
              <a:defRPr sz="2400" b="1">
                <a:solidFill>
                  <a:srgbClr val="0F172A"/>
                </a:solidFill>
                <a:latin typeface="Arial"/>
                <a:ea typeface="Arial"/>
                <a:cs typeface="Arial"/>
              </a:defRPr>
            </a:pPr>
            <a:r>
              <a:rPr sz="2400" b="1" i="0">
                <a:solidFill>
                  <a:srgbClr val="0F172A"/>
                </a:solidFill>
                <a:latin typeface="Arial"/>
                <a:ea typeface="Arial"/>
                <a:cs typeface="Arial"/>
              </a:rPr>
              <a:t>Bộ seed 100 nghìn email</a:t>
            </a:r>
            <a:endParaRPr sz="4500" b="1" i="0">
              <a:solidFill>
                <a:srgbClr val="0F172A"/>
              </a:solidFill>
              <a:latin typeface="Arial"/>
              <a:ea typeface="Arial"/>
              <a:cs typeface="Arial"/>
            </a:endParaRPr>
          </a:p>
        </p:txBody>
      </p:sp>
      <p:pic>
        <p:nvPicPr>
          <p:cNvPr id="278" name=""/>
          <p:cNvPicPr>
            <a:picLocks xmlns:a="http://schemas.openxmlformats.org/drawingml/2006/main" noChangeAspect="1"/>
          </p:cNvPicPr>
          <p:nvPr/>
        </p:nvPicPr>
        <p:blipFill>
          <a:blip xmlns:r="http://schemas.openxmlformats.org/officeDocument/2006/relationships" xmlns:a="http://schemas.openxmlformats.org/drawingml/2006/main" r:embed="R446c6a2887ef41b4"/>
          <a:stretch xmlns:a="http://schemas.openxmlformats.org/drawingml/2006/main"/>
        </p:blipFill>
        <p:spPr>
          <a:xfrm xmlns:a="http://schemas.openxmlformats.org/drawingml/2006/main">
            <a:off x="500063" y="1095375"/>
            <a:ext cx="5000625" cy="3333750"/>
          </a:xfrm>
          <a:prstGeom xmlns:a="http://schemas.openxmlformats.org/drawingml/2006/main" prst="rect">
            <a:avLst/>
          </a:prstGeom>
        </p:spPr>
      </p:pic>
      <p:sp>
        <p:nvSpPr>
          <p:cNvPr id="275" name="updated-50.000 SPAM và 50.000 NOT">
            <a:extLst xmlns:a="http://schemas.openxmlformats.org/drawingml/2006/main">
              <a:ext uri="{FF2B5EF4-FFF2-40B4-BE49-F238E27FC236}">
                <a16:creationId xmlns:a16="http://schemas.microsoft.com/office/drawing/2014/main" id="{BF665578-B78E-43E4-B575-8E137B9B3831}"/>
              </a:ext>
            </a:extLst>
          </p:cNvPr>
          <p:cNvSpPr>
            <a:spLocks xmlns:a="http://schemas.openxmlformats.org/drawingml/2006/main" noGrp="1"/>
          </p:cNvSpPr>
          <p:nvPr/>
        </p:nvSpPr>
        <p:spPr>
          <a:xfrm xmlns:a="http://schemas.openxmlformats.org/drawingml/2006/main">
            <a:off x="5905500" y="1190625"/>
            <a:ext cx="2809875" cy="3429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425" b="0">
                <a:solidFill>
                  <a:srgbClr val="1E293B"/>
                </a:solidFill>
                <a:latin typeface="Arial"/>
                <a:ea typeface="Arial"/>
                <a:cs typeface="Arial"/>
              </a:defRPr>
            </a:pPr>
            <a:r>
              <a:rPr sz="1425" b="0">
                <a:solidFill>
                  <a:srgbClr val="1E293B"/>
                </a:solidFill>
                <a:latin typeface="Arial"/>
                <a:ea typeface="Arial"/>
                <a:cs typeface="Arial"/>
              </a:rPr>
              <a:t>50.000 SPAM và 50.000 NOT_SPAM tổng hợp.</a:t>
            </a:r>
          </a:p>
          <a:p xmlns:a="http://schemas.openxmlformats.org/drawingml/2006/main">
            <a:r>
              <a:t/>
            </a:r>
          </a:p>
          <a:p xmlns:a="http://schemas.openxmlformats.org/drawingml/2006/main">
            <a:pPr>
              <a:defRPr sz="1425" b="0">
                <a:solidFill>
                  <a:srgbClr val="1E293B"/>
                </a:solidFill>
                <a:latin typeface="Arial"/>
                <a:ea typeface="Arial"/>
                <a:cs typeface="Arial"/>
              </a:defRPr>
            </a:pPr>
            <a:r>
              <a:rPr sz="1425" b="0">
                <a:solidFill>
                  <a:srgbClr val="1E293B"/>
                </a:solidFill>
                <a:latin typeface="Arial"/>
                <a:ea typeface="Arial"/>
                <a:cs typeface="Arial"/>
              </a:rPr>
              <a:t>File CSV.gz 1,88 MB đi cùng project.</a:t>
            </a:r>
          </a:p>
          <a:p xmlns:a="http://schemas.openxmlformats.org/drawingml/2006/main">
            <a:r>
              <a:t/>
            </a:r>
          </a:p>
          <a:p xmlns:a="http://schemas.openxmlformats.org/drawingml/2006/main">
            <a:pPr>
              <a:defRPr sz="1425" b="0">
                <a:solidFill>
                  <a:srgbClr val="1E293B"/>
                </a:solidFill>
                <a:latin typeface="Arial"/>
                <a:ea typeface="Arial"/>
                <a:cs typeface="Arial"/>
              </a:defRPr>
            </a:pPr>
            <a:r>
              <a:rPr sz="1425" b="0">
                <a:solidFill>
                  <a:srgbClr val="1E293B"/>
                </a:solidFill>
                <a:latin typeface="Arial"/>
                <a:ea typeface="Arial"/>
                <a:cs typeface="Arial"/>
              </a:rPr>
              <a:t>Nạp lặp bỏ qua trùng; dataset phân trang 50 dòng và tìm/lọc server.</a:t>
            </a:r>
          </a:p>
        </p:txBody>
      </p:sp>
    </p:spTree>
    <p:extLst>
      <p:ext uri="{BB962C8B-B14F-4D97-AF65-F5344CB8AC3E}">
        <p14:creationId xmlns:p14="http://schemas.microsoft.com/office/powerpoint/2010/main" val="311570820"/>
      </p:ext>
    </p:extLst>
  </p:cSld>
</p:sld>
</file>

<file path=ppt/slides/slide14.xml><?xml version="1.0" encoding="utf-8"?>
<p:sld xmlns:p="http://schemas.openxmlformats.org/presentationml/2006/main">
  <p:cSld>
    <p:bg>
      <p:bgPr>
        <a:solidFill xmlns:a="http://schemas.openxmlformats.org/drawingml/2006/main">
          <a:srgbClr val="F8FAFC"/>
        </a:solidFill>
      </p:bgPr>
    </p:bg>
    <p:spTree>
      <p:nvGrpSpPr>
        <p:cNvPr id="1" name=""/>
        <p:cNvGrpSpPr/>
        <p:nvPr/>
      </p:nvGrpSpPr>
      <p:grpSpPr>
        <a:xfrm xmlns:a="http://schemas.openxmlformats.org/drawingml/2006/main"/>
      </p:grpSpPr>
      <p:sp>
        <p:nvSpPr>
          <p:cNvPr id="272" name="Google Shape;272;p23">
            <a:extLst xmlns:a="http://schemas.openxmlformats.org/drawingml/2006/main">
              <a:ext uri="{FF2B5EF4-FFF2-40B4-BE49-F238E27FC236}">
                <a16:creationId xmlns:a16="http://schemas.microsoft.com/office/drawing/2014/main" id="{401AA23E-5BBF-4378-A4FB-766C8466F0BE}"/>
              </a:ext>
            </a:extLst>
          </p:cNvPr>
          <p:cNvSpPr>
            <a:spLocks xmlns:a="http://schemas.openxmlformats.org/drawingml/2006/main" noGrp="1"/>
          </p:cNvSpPr>
          <p:nvPr/>
        </p:nvSpPr>
        <p:spPr>
          <a:xfrm xmlns:a="http://schemas.openxmlformats.org/drawingml/2006/main" rot="0" flipH="0" flipV="0">
            <a:off x="571500" y="1333500"/>
            <a:ext cx="8001000" cy="2476500"/>
          </a:xfrm>
          <a:prstGeom xmlns:a="http://schemas.openxmlformats.org/drawingml/2006/main" prst="rect">
            <a:avLst/>
          </a:prstGeom>
          <a:solidFill xmlns:a="http://schemas.openxmlformats.org/drawingml/2006/main">
            <a:srgbClr val="000000">
              <a:alpha val="0"/>
            </a:srgbClr>
          </a:solidFill>
          <a:ln xmlns:a="http://schemas.openxmlformats.org/drawingml/2006/main">
            <a:noFill/>
          </a:ln>
        </p:spPr>
        <p:txBody>
          <a:bodyPr xmlns:a="http://schemas.openxmlformats.org/drawingml/2006/main" spcFirstLastPara="1" wrap="square" lIns="0" tIns="0" rIns="0" bIns="0" anchor="ctr">
            <a:noAutofit/>
          </a:bodyPr>
          <a:lstStyle xmlns:a="http://schemas.openxmlformats.org/drawingml/2006/main"/>
          <a:p xmlns:a="http://schemas.openxmlformats.org/drawingml/2006/main">
            <a:pPr marL="0" lvl="0" indent="0" algn="l">
              <a:spcBef>
                <a:spcPts val="0"/>
              </a:spcBef>
              <a:spcAft>
                <a:spcPts val="0"/>
              </a:spcAft>
              <a:buNone/>
            </a:pPr>
            <a:endParaRPr/>
          </a:p>
        </p:txBody>
      </p:sp>
      <p:sp>
        <p:nvSpPr>
          <p:cNvPr id="273" name="Google Shape;273;p23">
            <a:extLst xmlns:a="http://schemas.openxmlformats.org/drawingml/2006/main">
              <a:ext uri="{FF2B5EF4-FFF2-40B4-BE49-F238E27FC236}">
                <a16:creationId xmlns:a16="http://schemas.microsoft.com/office/drawing/2014/main" id="{5E76F433-627E-4B9A-A59A-77B0ACD8D48A}"/>
              </a:ext>
            </a:extLst>
          </p:cNvPr>
          <p:cNvSpPr>
            <a:spLocks xmlns:a="http://schemas.openxmlformats.org/drawingml/2006/main" noGrp="1"/>
          </p:cNvSpPr>
          <p:nvPr/>
        </p:nvSpPr>
        <p:spPr>
          <a:xfrm xmlns:a="http://schemas.openxmlformats.org/drawingml/2006/main" rot="0" flipH="0" flipV="0">
            <a:off x="571500" y="333375"/>
            <a:ext cx="8001000" cy="619125"/>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t">
            <a:noAutofit/>
          </a:bodyPr>
          <a:lstStyle xmlns:a="http://schemas.openxmlformats.org/drawingml/2006/main"/>
          <a:p xmlns:a="http://schemas.openxmlformats.org/drawingml/2006/main">
            <a:pPr marL="0" lvl="0" indent="0" algn="l">
              <a:spcBef>
                <a:spcPts val="0"/>
              </a:spcBef>
              <a:spcAft>
                <a:spcPts val="0"/>
              </a:spcAft>
              <a:buNone/>
              <a:defRPr sz="2400" b="1">
                <a:solidFill>
                  <a:srgbClr val="0F172A"/>
                </a:solidFill>
                <a:latin typeface="Arial"/>
                <a:ea typeface="Arial"/>
                <a:cs typeface="Arial"/>
              </a:defRPr>
            </a:pPr>
            <a:r>
              <a:rPr sz="2400" b="1" i="0">
                <a:solidFill>
                  <a:srgbClr val="0F172A"/>
                </a:solidFill>
                <a:latin typeface="Arial"/>
                <a:ea typeface="Arial"/>
                <a:cs typeface="Arial"/>
              </a:rPr>
              <a:t>Dữ liệu demo cho sáu bảng</a:t>
            </a:r>
            <a:endParaRPr sz="4500" b="1" i="0">
              <a:solidFill>
                <a:srgbClr val="0F172A"/>
              </a:solidFill>
              <a:latin typeface="Arial"/>
              <a:ea typeface="Arial"/>
              <a:cs typeface="Arial"/>
            </a:endParaRPr>
          </a:p>
        </p:txBody>
      </p:sp>
      <p:graphicFrame>
        <p:nvGraphicFramePr>
          <p:cNvPr id="278" name=""/>
          <p:cNvGraphicFramePr/>
          <p:nvPr/>
        </p:nvGraphicFramePr>
        <p:xfrm>
          <a:off xmlns:a="http://schemas.openxmlformats.org/drawingml/2006/main" x="476250" y="1095375"/>
          <a:ext xmlns:a="http://schemas.openxmlformats.org/drawingml/2006/main" cx="8191500" cy="2762250"/>
        </p:xfrm>
        <a:graphic xmlns:a="http://schemas.openxmlformats.org/drawingml/2006/main">
          <a:graphicData uri="http://schemas.openxmlformats.org/drawingml/2006/table">
            <a:tbl>
              <a:tblPr/>
              <a:tblGrid>
                <a:gridCol w="2619375"/>
                <a:gridCol w="1333500"/>
                <a:gridCol w="4238625"/>
              </a:tblGrid>
              <a:tr h="394607">
                <a:tc>
                  <a:txBody>
                    <a:bodyPr>
                      <a:noAutofit/>
                    </a:bodyPr>
                    <a:lstStyle/>
                    <a:p>
                      <a:r>
                        <a:rPr sz="1275" b="1">
                          <a:solidFill>
                            <a:srgbClr val="FFFFFF"/>
                          </a:solidFill>
                          <a:latin typeface="Arial"/>
                          <a:ea typeface="Arial"/>
                          <a:cs typeface="Arial"/>
                        </a:rPr>
                        <a:t>Bảng</a:t>
                      </a:r>
                    </a:p>
                  </a:txBody>
                  <a:tcPr marL="91440" marR="91440" marT="45720" marB="45720" anchor="ctr">
                    <a:solidFill>
                      <a:srgbClr val="244766"/>
                    </a:solidFill>
                  </a:tcPr>
                </a:tc>
                <a:tc>
                  <a:txBody>
                    <a:bodyPr>
                      <a:noAutofit/>
                    </a:bodyPr>
                    <a:lstStyle/>
                    <a:p>
                      <a:r>
                        <a:rPr sz="1275" b="1">
                          <a:solidFill>
                            <a:srgbClr val="FFFFFF"/>
                          </a:solidFill>
                          <a:latin typeface="Arial"/>
                          <a:ea typeface="Arial"/>
                          <a:cs typeface="Arial"/>
                        </a:rPr>
                        <a:t>Dòng hiện có</a:t>
                      </a:r>
                    </a:p>
                  </a:txBody>
                  <a:tcPr marL="91440" marR="91440" marT="45720" marB="45720" anchor="ctr">
                    <a:solidFill>
                      <a:srgbClr val="244766"/>
                    </a:solidFill>
                  </a:tcPr>
                </a:tc>
                <a:tc>
                  <a:txBody>
                    <a:bodyPr>
                      <a:noAutofit/>
                    </a:bodyPr>
                    <a:lstStyle/>
                    <a:p>
                      <a:r>
                        <a:rPr sz="1275" b="1">
                          <a:solidFill>
                            <a:srgbClr val="FFFFFF"/>
                          </a:solidFill>
                          <a:latin typeface="Arial"/>
                          <a:ea typeface="Arial"/>
                          <a:cs typeface="Arial"/>
                        </a:rPr>
                        <a:t>Dữ liệu demo</a:t>
                      </a:r>
                    </a:p>
                  </a:txBody>
                  <a:tcPr marL="91440" marR="91440" marT="45720" marB="45720" anchor="ctr">
                    <a:solidFill>
                      <a:srgbClr val="244766"/>
                    </a:solidFill>
                  </a:tcPr>
                </a:tc>
              </a:tr>
              <a:tr h="394607">
                <a:tc>
                  <a:txBody>
                    <a:bodyPr>
                      <a:noAutofit/>
                    </a:bodyPr>
                    <a:lstStyle/>
                    <a:p>
                      <a:r>
                        <a:rPr sz="1275" b="0">
                          <a:solidFill>
                            <a:srgbClr val="1E293B"/>
                          </a:solidFill>
                          <a:latin typeface="Arial"/>
                          <a:ea typeface="Arial"/>
                          <a:cs typeface="Arial"/>
                        </a:rPr>
                        <a:t>email_dataset</a:t>
                      </a:r>
                    </a:p>
                  </a:txBody>
                  <a:tcPr marL="91440" marR="91440" marT="45720" marB="45720" anchor="ctr">
                    <a:solidFill>
                      <a:srgbClr val="F1F5F9"/>
                    </a:solidFill>
                  </a:tcPr>
                </a:tc>
                <a:tc>
                  <a:txBody>
                    <a:bodyPr>
                      <a:noAutofit/>
                    </a:bodyPr>
                    <a:lstStyle/>
                    <a:p>
                      <a:r>
                        <a:rPr sz="1275" b="0">
                          <a:solidFill>
                            <a:srgbClr val="1E293B"/>
                          </a:solidFill>
                          <a:latin typeface="Arial"/>
                          <a:ea typeface="Arial"/>
                          <a:cs typeface="Arial"/>
                        </a:rPr>
                        <a:t>100.338</a:t>
                      </a:r>
                    </a:p>
                  </a:txBody>
                  <a:tcPr marL="91440" marR="91440" marT="45720" marB="45720" anchor="ctr">
                    <a:solidFill>
                      <a:srgbClr val="F1F5F9"/>
                    </a:solidFill>
                  </a:tcPr>
                </a:tc>
                <a:tc>
                  <a:txBody>
                    <a:bodyPr>
                      <a:noAutofit/>
                    </a:bodyPr>
                    <a:lstStyle/>
                    <a:p>
                      <a:r>
                        <a:rPr sz="1275" b="0">
                          <a:solidFill>
                            <a:srgbClr val="1E293B"/>
                          </a:solidFill>
                          <a:latin typeface="Arial"/>
                          <a:ea typeface="Arial"/>
                          <a:cs typeface="Arial"/>
                        </a:rPr>
                        <a:t>50.169 mẫu mỗi nhãn</a:t>
                      </a:r>
                    </a:p>
                  </a:txBody>
                  <a:tcPr marL="91440" marR="91440" marT="45720" marB="45720" anchor="ctr">
                    <a:solidFill>
                      <a:srgbClr val="F1F5F9"/>
                    </a:solidFill>
                  </a:tcPr>
                </a:tc>
              </a:tr>
              <a:tr h="394607">
                <a:tc>
                  <a:txBody>
                    <a:bodyPr>
                      <a:noAutofit/>
                    </a:bodyPr>
                    <a:lstStyle/>
                    <a:p>
                      <a:r>
                        <a:rPr sz="1275" b="0">
                          <a:solidFill>
                            <a:srgbClr val="1E293B"/>
                          </a:solidFill>
                          <a:latin typeface="Arial"/>
                          <a:ea typeface="Arial"/>
                          <a:cs typeface="Arial"/>
                        </a:rPr>
                        <a:t>email_classification</a:t>
                      </a:r>
                    </a:p>
                  </a:txBody>
                  <a:tcPr marL="91440" marR="91440" marT="45720" marB="45720" anchor="ctr">
                    <a:solidFill>
                      <a:srgbClr val="FFFFFF"/>
                    </a:solidFill>
                  </a:tcPr>
                </a:tc>
                <a:tc>
                  <a:txBody>
                    <a:bodyPr>
                      <a:noAutofit/>
                    </a:bodyPr>
                    <a:lstStyle/>
                    <a:p>
                      <a:r>
                        <a:rPr sz="1275" b="0">
                          <a:solidFill>
                            <a:srgbClr val="1E293B"/>
                          </a:solidFill>
                          <a:latin typeface="Arial"/>
                          <a:ea typeface="Arial"/>
                          <a:cs typeface="Arial"/>
                        </a:rPr>
                        <a:t>113</a:t>
                      </a:r>
                    </a:p>
                  </a:txBody>
                  <a:tcPr marL="91440" marR="91440" marT="45720" marB="45720" anchor="ctr">
                    <a:solidFill>
                      <a:srgbClr val="FFFFFF"/>
                    </a:solidFill>
                  </a:tcPr>
                </a:tc>
                <a:tc>
                  <a:txBody>
                    <a:bodyPr>
                      <a:noAutofit/>
                    </a:bodyPr>
                    <a:lstStyle/>
                    <a:p>
                      <a:r>
                        <a:rPr sz="1275" b="0">
                          <a:solidFill>
                            <a:srgbClr val="1E293B"/>
                          </a:solidFill>
                          <a:latin typeface="Arial"/>
                          <a:ea typeface="Arial"/>
                          <a:cs typeface="Arial"/>
                        </a:rPr>
                        <a:t>100 dòng [DEMO SEED]</a:t>
                      </a:r>
                    </a:p>
                  </a:txBody>
                  <a:tcPr marL="91440" marR="91440" marT="45720" marB="45720" anchor="ctr">
                    <a:solidFill>
                      <a:srgbClr val="FFFFFF"/>
                    </a:solidFill>
                  </a:tcPr>
                </a:tc>
              </a:tr>
              <a:tr h="394607">
                <a:tc>
                  <a:txBody>
                    <a:bodyPr>
                      <a:noAutofit/>
                    </a:bodyPr>
                    <a:lstStyle/>
                    <a:p>
                      <a:r>
                        <a:rPr sz="1275" b="0">
                          <a:solidFill>
                            <a:srgbClr val="1E293B"/>
                          </a:solidFill>
                          <a:latin typeface="Arial"/>
                          <a:ea typeface="Arial"/>
                          <a:cs typeface="Arial"/>
                        </a:rPr>
                        <a:t>app_user</a:t>
                      </a:r>
                    </a:p>
                  </a:txBody>
                  <a:tcPr marL="91440" marR="91440" marT="45720" marB="45720" anchor="ctr">
                    <a:solidFill>
                      <a:srgbClr val="F1F5F9"/>
                    </a:solidFill>
                  </a:tcPr>
                </a:tc>
                <a:tc>
                  <a:txBody>
                    <a:bodyPr>
                      <a:noAutofit/>
                    </a:bodyPr>
                    <a:lstStyle/>
                    <a:p>
                      <a:r>
                        <a:rPr sz="1275" b="0">
                          <a:solidFill>
                            <a:srgbClr val="1E293B"/>
                          </a:solidFill>
                          <a:latin typeface="Arial"/>
                          <a:ea typeface="Arial"/>
                          <a:cs typeface="Arial"/>
                        </a:rPr>
                        <a:t>2</a:t>
                      </a:r>
                    </a:p>
                  </a:txBody>
                  <a:tcPr marL="91440" marR="91440" marT="45720" marB="45720" anchor="ctr">
                    <a:solidFill>
                      <a:srgbClr val="F1F5F9"/>
                    </a:solidFill>
                  </a:tcPr>
                </a:tc>
                <a:tc>
                  <a:txBody>
                    <a:bodyPr>
                      <a:noAutofit/>
                    </a:bodyPr>
                    <a:lstStyle/>
                    <a:p>
                      <a:r>
                        <a:rPr sz="1275" b="0">
                          <a:solidFill>
                            <a:srgbClr val="1E293B"/>
                          </a:solidFill>
                          <a:latin typeface="Arial"/>
                          <a:ea typeface="Arial"/>
                          <a:cs typeface="Arial"/>
                        </a:rPr>
                        <a:t>Admin và analyst demo</a:t>
                      </a:r>
                    </a:p>
                  </a:txBody>
                  <a:tcPr marL="91440" marR="91440" marT="45720" marB="45720" anchor="ctr">
                    <a:solidFill>
                      <a:srgbClr val="F1F5F9"/>
                    </a:solidFill>
                  </a:tcPr>
                </a:tc>
              </a:tr>
              <a:tr h="394607">
                <a:tc>
                  <a:txBody>
                    <a:bodyPr>
                      <a:noAutofit/>
                    </a:bodyPr>
                    <a:lstStyle/>
                    <a:p>
                      <a:r>
                        <a:rPr sz="1275" b="0">
                          <a:solidFill>
                            <a:srgbClr val="1E293B"/>
                          </a:solidFill>
                          <a:latin typeface="Arial"/>
                          <a:ea typeface="Arial"/>
                          <a:cs typeface="Arial"/>
                        </a:rPr>
                        <a:t>blocked_ip</a:t>
                      </a:r>
                    </a:p>
                  </a:txBody>
                  <a:tcPr marL="91440" marR="91440" marT="45720" marB="45720" anchor="ctr">
                    <a:solidFill>
                      <a:srgbClr val="FFFFFF"/>
                    </a:solidFill>
                  </a:tcPr>
                </a:tc>
                <a:tc>
                  <a:txBody>
                    <a:bodyPr>
                      <a:noAutofit/>
                    </a:bodyPr>
                    <a:lstStyle/>
                    <a:p>
                      <a:r>
                        <a:rPr sz="1275" b="0">
                          <a:solidFill>
                            <a:srgbClr val="1E293B"/>
                          </a:solidFill>
                          <a:latin typeface="Arial"/>
                          <a:ea typeface="Arial"/>
                          <a:cs typeface="Arial"/>
                        </a:rPr>
                        <a:t>2</a:t>
                      </a:r>
                    </a:p>
                  </a:txBody>
                  <a:tcPr marL="91440" marR="91440" marT="45720" marB="45720" anchor="ctr">
                    <a:solidFill>
                      <a:srgbClr val="FFFFFF"/>
                    </a:solidFill>
                  </a:tcPr>
                </a:tc>
                <a:tc>
                  <a:txBody>
                    <a:bodyPr>
                      <a:noAutofit/>
                    </a:bodyPr>
                    <a:lstStyle/>
                    <a:p>
                      <a:r>
                        <a:rPr sz="1275" b="0">
                          <a:solidFill>
                            <a:srgbClr val="1E293B"/>
                          </a:solidFill>
                          <a:latin typeface="Arial"/>
                          <a:ea typeface="Arial"/>
                          <a:cs typeface="Arial"/>
                        </a:rPr>
                        <a:t>IP TEST-NET</a:t>
                      </a:r>
                    </a:p>
                  </a:txBody>
                  <a:tcPr marL="91440" marR="91440" marT="45720" marB="45720" anchor="ctr">
                    <a:solidFill>
                      <a:srgbClr val="FFFFFF"/>
                    </a:solidFill>
                  </a:tcPr>
                </a:tc>
              </a:tr>
              <a:tr h="394607">
                <a:tc>
                  <a:txBody>
                    <a:bodyPr>
                      <a:noAutofit/>
                    </a:bodyPr>
                    <a:lstStyle/>
                    <a:p>
                      <a:r>
                        <a:rPr sz="1275" b="0">
                          <a:solidFill>
                            <a:srgbClr val="1E293B"/>
                          </a:solidFill>
                          <a:latin typeface="Arial"/>
                          <a:ea typeface="Arial"/>
                          <a:cs typeface="Arial"/>
                        </a:rPr>
                        <a:t>blocked_domain</a:t>
                      </a:r>
                    </a:p>
                  </a:txBody>
                  <a:tcPr marL="91440" marR="91440" marT="45720" marB="45720" anchor="ctr">
                    <a:solidFill>
                      <a:srgbClr val="F1F5F9"/>
                    </a:solidFill>
                  </a:tcPr>
                </a:tc>
                <a:tc>
                  <a:txBody>
                    <a:bodyPr>
                      <a:noAutofit/>
                    </a:bodyPr>
                    <a:lstStyle/>
                    <a:p>
                      <a:r>
                        <a:rPr sz="1275" b="0">
                          <a:solidFill>
                            <a:srgbClr val="1E293B"/>
                          </a:solidFill>
                          <a:latin typeface="Arial"/>
                          <a:ea typeface="Arial"/>
                          <a:cs typeface="Arial"/>
                        </a:rPr>
                        <a:t>2</a:t>
                      </a:r>
                    </a:p>
                  </a:txBody>
                  <a:tcPr marL="91440" marR="91440" marT="45720" marB="45720" anchor="ctr">
                    <a:solidFill>
                      <a:srgbClr val="F1F5F9"/>
                    </a:solidFill>
                  </a:tcPr>
                </a:tc>
                <a:tc>
                  <a:txBody>
                    <a:bodyPr>
                      <a:noAutofit/>
                    </a:bodyPr>
                    <a:lstStyle/>
                    <a:p>
                      <a:r>
                        <a:rPr sz="1275" b="0">
                          <a:solidFill>
                            <a:srgbClr val="1E293B"/>
                          </a:solidFill>
                          <a:latin typeface="Arial"/>
                          <a:ea typeface="Arial"/>
                          <a:cs typeface="Arial"/>
                        </a:rPr>
                        <a:t>Domain .test</a:t>
                      </a:r>
                    </a:p>
                  </a:txBody>
                  <a:tcPr marL="91440" marR="91440" marT="45720" marB="45720" anchor="ctr">
                    <a:solidFill>
                      <a:srgbClr val="F1F5F9"/>
                    </a:solidFill>
                  </a:tcPr>
                </a:tc>
              </a:tr>
              <a:tr h="394607">
                <a:tc>
                  <a:txBody>
                    <a:bodyPr>
                      <a:noAutofit/>
                    </a:bodyPr>
                    <a:lstStyle/>
                    <a:p>
                      <a:r>
                        <a:rPr sz="1275" b="0">
                          <a:solidFill>
                            <a:srgbClr val="1E293B"/>
                          </a:solidFill>
                          <a:latin typeface="Arial"/>
                          <a:ea typeface="Arial"/>
                          <a:cs typeface="Arial"/>
                        </a:rPr>
                        <a:t>model_information</a:t>
                      </a:r>
                    </a:p>
                  </a:txBody>
                  <a:tcPr marL="91440" marR="91440" marT="45720" marB="45720" anchor="ctr">
                    <a:solidFill>
                      <a:srgbClr val="FFFFFF"/>
                    </a:solidFill>
                  </a:tcPr>
                </a:tc>
                <a:tc>
                  <a:txBody>
                    <a:bodyPr>
                      <a:noAutofit/>
                    </a:bodyPr>
                    <a:lstStyle/>
                    <a:p>
                      <a:r>
                        <a:rPr sz="1275" b="0">
                          <a:solidFill>
                            <a:srgbClr val="1E293B"/>
                          </a:solidFill>
                          <a:latin typeface="Arial"/>
                          <a:ea typeface="Arial"/>
                          <a:cs typeface="Arial"/>
                        </a:rPr>
                        <a:t>14</a:t>
                      </a:r>
                    </a:p>
                  </a:txBody>
                  <a:tcPr marL="91440" marR="91440" marT="45720" marB="45720" anchor="ctr">
                    <a:solidFill>
                      <a:srgbClr val="FFFFFF"/>
                    </a:solidFill>
                  </a:tcPr>
                </a:tc>
                <a:tc>
                  <a:txBody>
                    <a:bodyPr>
                      <a:noAutofit/>
                    </a:bodyPr>
                    <a:lstStyle/>
                    <a:p>
                      <a:r>
                        <a:rPr sz="1275" b="0">
                          <a:solidFill>
                            <a:srgbClr val="1E293B"/>
                          </a:solidFill>
                          <a:latin typeface="Arial"/>
                          <a:ea typeface="Arial"/>
                          <a:cs typeface="Arial"/>
                        </a:rPr>
                        <a:t>1 placeholder không active</a:t>
                      </a:r>
                    </a:p>
                  </a:txBody>
                  <a:tcPr marL="91440" marR="91440" marT="45720" marB="45720" anchor="ctr">
                    <a:solidFill>
                      <a:srgbClr val="FFFFFF"/>
                    </a:solidFill>
                  </a:tcPr>
                </a:tc>
              </a:tr>
            </a:tbl>
          </a:graphicData>
        </a:graphic>
      </p:graphicFrame>
      <p:sp>
        <p:nvSpPr>
          <p:cNvPr id="275" name="updated-Thiết lập &gt; Nhập data cho">
            <a:extLst xmlns:a="http://schemas.openxmlformats.org/drawingml/2006/main">
              <a:ext uri="{FF2B5EF4-FFF2-40B4-BE49-F238E27FC236}">
                <a16:creationId xmlns:a16="http://schemas.microsoft.com/office/drawing/2014/main" id="{84E70338-ED95-4296-8EDC-592410CE2D92}"/>
              </a:ext>
            </a:extLst>
          </p:cNvPr>
          <p:cNvSpPr>
            <a:spLocks xmlns:a="http://schemas.openxmlformats.org/drawingml/2006/main" noGrp="1"/>
          </p:cNvSpPr>
          <p:nvPr/>
        </p:nvSpPr>
        <p:spPr>
          <a:xfrm xmlns:a="http://schemas.openxmlformats.org/drawingml/2006/main">
            <a:off x="476250" y="4095750"/>
            <a:ext cx="8191500" cy="714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350" b="0">
                <a:solidFill>
                  <a:srgbClr val="1E293B"/>
                </a:solidFill>
                <a:latin typeface="Arial"/>
                <a:ea typeface="Arial"/>
                <a:cs typeface="Arial"/>
              </a:defRPr>
            </a:pPr>
            <a:r>
              <a:rPr sz="1350" b="0">
                <a:solidFill>
                  <a:srgbClr val="1E293B"/>
                </a:solidFill>
                <a:latin typeface="Arial"/>
                <a:ea typeface="Arial"/>
                <a:cs typeface="Arial"/>
              </a:rPr>
              <a:t>Thiết lập &gt; Nhập data cho mọi bảng. 100 dòng lịch sử có confidence giả lập; placeholder model không active và không có metric. Seed không thay model đang chạy.</a:t>
            </a:r>
          </a:p>
        </p:txBody>
      </p:sp>
    </p:spTree>
    <p:extLst>
      <p:ext uri="{BB962C8B-B14F-4D97-AF65-F5344CB8AC3E}">
        <p14:creationId xmlns:p14="http://schemas.microsoft.com/office/powerpoint/2010/main" val="311570820"/>
      </p:ext>
    </p:extLst>
  </p:cSld>
</p:sld>
</file>

<file path=ppt/slides/slide15.xml><?xml version="1.0" encoding="utf-8"?>
<p:sld xmlns:p="http://schemas.openxmlformats.org/presentationml/2006/main">
  <p:cSld>
    <p:bg>
      <p:bgPr>
        <a:solidFill xmlns:a="http://schemas.openxmlformats.org/drawingml/2006/main">
          <a:srgbClr val="F8FAFC"/>
        </a:solidFill>
      </p:bgPr>
    </p:bg>
    <p:spTree>
      <p:nvGrpSpPr>
        <p:cNvPr id="1" name=""/>
        <p:cNvGrpSpPr/>
        <p:nvPr/>
      </p:nvGrpSpPr>
      <p:grpSpPr>
        <a:xfrm xmlns:a="http://schemas.openxmlformats.org/drawingml/2006/main"/>
      </p:grpSpPr>
      <p:sp>
        <p:nvSpPr>
          <p:cNvPr id="272" name="Google Shape;272;p23">
            <a:extLst xmlns:a="http://schemas.openxmlformats.org/drawingml/2006/main">
              <a:ext uri="{FF2B5EF4-FFF2-40B4-BE49-F238E27FC236}">
                <a16:creationId xmlns:a16="http://schemas.microsoft.com/office/drawing/2014/main" id="{401AA23E-5BBF-4378-A4FB-766C8466F0BE}"/>
              </a:ext>
            </a:extLst>
          </p:cNvPr>
          <p:cNvSpPr>
            <a:spLocks xmlns:a="http://schemas.openxmlformats.org/drawingml/2006/main" noGrp="1"/>
          </p:cNvSpPr>
          <p:nvPr/>
        </p:nvSpPr>
        <p:spPr>
          <a:xfrm xmlns:a="http://schemas.openxmlformats.org/drawingml/2006/main" rot="0" flipH="0" flipV="0">
            <a:off x="571500" y="1333500"/>
            <a:ext cx="8001000" cy="2476500"/>
          </a:xfrm>
          <a:prstGeom xmlns:a="http://schemas.openxmlformats.org/drawingml/2006/main" prst="rect">
            <a:avLst/>
          </a:prstGeom>
          <a:solidFill xmlns:a="http://schemas.openxmlformats.org/drawingml/2006/main">
            <a:srgbClr val="000000">
              <a:alpha val="0"/>
            </a:srgbClr>
          </a:solidFill>
          <a:ln xmlns:a="http://schemas.openxmlformats.org/drawingml/2006/main">
            <a:noFill/>
          </a:ln>
        </p:spPr>
        <p:txBody>
          <a:bodyPr xmlns:a="http://schemas.openxmlformats.org/drawingml/2006/main" spcFirstLastPara="1" wrap="square" lIns="0" tIns="0" rIns="0" bIns="0" anchor="ctr">
            <a:noAutofit/>
          </a:bodyPr>
          <a:lstStyle xmlns:a="http://schemas.openxmlformats.org/drawingml/2006/main"/>
          <a:p xmlns:a="http://schemas.openxmlformats.org/drawingml/2006/main">
            <a:pPr marL="0" lvl="0" indent="0" algn="l">
              <a:spcBef>
                <a:spcPts val="0"/>
              </a:spcBef>
              <a:spcAft>
                <a:spcPts val="0"/>
              </a:spcAft>
              <a:buNone/>
            </a:pPr>
            <a:endParaRPr/>
          </a:p>
        </p:txBody>
      </p:sp>
      <p:sp>
        <p:nvSpPr>
          <p:cNvPr id="273" name="Google Shape;273;p23">
            <a:extLst xmlns:a="http://schemas.openxmlformats.org/drawingml/2006/main">
              <a:ext uri="{FF2B5EF4-FFF2-40B4-BE49-F238E27FC236}">
                <a16:creationId xmlns:a16="http://schemas.microsoft.com/office/drawing/2014/main" id="{5E76F433-627E-4B9A-A59A-77B0ACD8D48A}"/>
              </a:ext>
            </a:extLst>
          </p:cNvPr>
          <p:cNvSpPr>
            <a:spLocks xmlns:a="http://schemas.openxmlformats.org/drawingml/2006/main" noGrp="1"/>
          </p:cNvSpPr>
          <p:nvPr/>
        </p:nvSpPr>
        <p:spPr>
          <a:xfrm xmlns:a="http://schemas.openxmlformats.org/drawingml/2006/main" rot="0" flipH="0" flipV="0">
            <a:off x="571500" y="333375"/>
            <a:ext cx="8001000" cy="619125"/>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t">
            <a:noAutofit/>
          </a:bodyPr>
          <a:lstStyle xmlns:a="http://schemas.openxmlformats.org/drawingml/2006/main"/>
          <a:p xmlns:a="http://schemas.openxmlformats.org/drawingml/2006/main">
            <a:pPr marL="0" lvl="0" indent="0" algn="l">
              <a:spcBef>
                <a:spcPts val="0"/>
              </a:spcBef>
              <a:spcAft>
                <a:spcPts val="0"/>
              </a:spcAft>
              <a:buNone/>
              <a:defRPr sz="2400" b="1">
                <a:solidFill>
                  <a:srgbClr val="0F172A"/>
                </a:solidFill>
                <a:latin typeface="Arial"/>
                <a:ea typeface="Arial"/>
                <a:cs typeface="Arial"/>
              </a:defRPr>
            </a:pPr>
            <a:r>
              <a:rPr sz="2400" b="1" i="0">
                <a:solidFill>
                  <a:srgbClr val="0F172A"/>
                </a:solidFill>
                <a:latin typeface="Arial"/>
                <a:ea typeface="Arial"/>
                <a:cs typeface="Arial"/>
              </a:rPr>
              <a:t>So sánh hai thuật toán</a:t>
            </a:r>
            <a:endParaRPr sz="4500" b="1" i="0">
              <a:solidFill>
                <a:srgbClr val="0F172A"/>
              </a:solidFill>
              <a:latin typeface="Arial"/>
              <a:ea typeface="Arial"/>
              <a:cs typeface="Arial"/>
            </a:endParaRPr>
          </a:p>
        </p:txBody>
      </p:sp>
      <p:sp>
        <p:nvSpPr>
          <p:cNvPr id="274" name="updated-Tập nền 338 mẫu, chia str">
            <a:extLst xmlns:a="http://schemas.openxmlformats.org/drawingml/2006/main">
              <a:ext uri="{FF2B5EF4-FFF2-40B4-BE49-F238E27FC236}">
                <a16:creationId xmlns:a16="http://schemas.microsoft.com/office/drawing/2014/main" id="{BEB2EA1F-F236-493B-AAE8-2EE41CB4A960}"/>
              </a:ext>
            </a:extLst>
          </p:cNvPr>
          <p:cNvSpPr>
            <a:spLocks xmlns:a="http://schemas.openxmlformats.org/drawingml/2006/main" noGrp="1"/>
          </p:cNvSpPr>
          <p:nvPr/>
        </p:nvSpPr>
        <p:spPr>
          <a:xfrm xmlns:a="http://schemas.openxmlformats.org/drawingml/2006/main">
            <a:off x="476250" y="1066800"/>
            <a:ext cx="8191500" cy="495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500" b="0">
                <a:solidFill>
                  <a:srgbClr val="1E293B"/>
                </a:solidFill>
                <a:latin typeface="Arial"/>
                <a:ea typeface="Arial"/>
                <a:cs typeface="Arial"/>
              </a:defRPr>
            </a:pPr>
            <a:r>
              <a:rPr sz="1500" b="0">
                <a:solidFill>
                  <a:srgbClr val="1E293B"/>
                </a:solidFill>
                <a:latin typeface="Arial"/>
                <a:ea typeface="Arial"/>
                <a:cs typeface="Arial"/>
              </a:rPr>
              <a:t>Tập nền 338 mẫu, chia stratified 270 train và 68 test; random_state=42.</a:t>
            </a:r>
          </a:p>
        </p:txBody>
      </p:sp>
      <p:graphicFrame>
        <p:nvGraphicFramePr>
          <p:cNvPr id="280" name=""/>
          <p:cNvGraphicFramePr/>
          <p:nvPr/>
        </p:nvGraphicFramePr>
        <p:xfrm>
          <a:off xmlns:a="http://schemas.openxmlformats.org/drawingml/2006/main" x="476250" y="1762125"/>
          <a:ext xmlns:a="http://schemas.openxmlformats.org/drawingml/2006/main" cx="8191500" cy="1285875"/>
        </p:xfrm>
        <a:graphic xmlns:a="http://schemas.openxmlformats.org/drawingml/2006/main">
          <a:graphicData uri="http://schemas.openxmlformats.org/drawingml/2006/table">
            <a:tbl>
              <a:tblPr/>
              <a:tblGrid>
                <a:gridCol w="2762250"/>
                <a:gridCol w="1357313"/>
                <a:gridCol w="1357313"/>
                <a:gridCol w="1357313"/>
                <a:gridCol w="1357313"/>
              </a:tblGrid>
              <a:tr h="428625">
                <a:tc>
                  <a:txBody>
                    <a:bodyPr>
                      <a:noAutofit/>
                    </a:bodyPr>
                    <a:lstStyle/>
                    <a:p>
                      <a:r>
                        <a:rPr sz="1275" b="1">
                          <a:solidFill>
                            <a:srgbClr val="FFFFFF"/>
                          </a:solidFill>
                          <a:latin typeface="Arial"/>
                          <a:ea typeface="Arial"/>
                          <a:cs typeface="Arial"/>
                        </a:rPr>
                        <a:t>Thuật toán</a:t>
                      </a:r>
                    </a:p>
                  </a:txBody>
                  <a:tcPr marL="91440" marR="91440" marT="45720" marB="45720" anchor="ctr">
                    <a:solidFill>
                      <a:srgbClr val="244766"/>
                    </a:solidFill>
                  </a:tcPr>
                </a:tc>
                <a:tc>
                  <a:txBody>
                    <a:bodyPr>
                      <a:noAutofit/>
                    </a:bodyPr>
                    <a:lstStyle/>
                    <a:p>
                      <a:r>
                        <a:rPr sz="1275" b="1">
                          <a:solidFill>
                            <a:srgbClr val="FFFFFF"/>
                          </a:solidFill>
                          <a:latin typeface="Arial"/>
                          <a:ea typeface="Arial"/>
                          <a:cs typeface="Arial"/>
                        </a:rPr>
                        <a:t>Accuracy</a:t>
                      </a:r>
                    </a:p>
                  </a:txBody>
                  <a:tcPr marL="91440" marR="91440" marT="45720" marB="45720" anchor="ctr">
                    <a:solidFill>
                      <a:srgbClr val="244766"/>
                    </a:solidFill>
                  </a:tcPr>
                </a:tc>
                <a:tc>
                  <a:txBody>
                    <a:bodyPr>
                      <a:noAutofit/>
                    </a:bodyPr>
                    <a:lstStyle/>
                    <a:p>
                      <a:r>
                        <a:rPr sz="1275" b="1">
                          <a:solidFill>
                            <a:srgbClr val="FFFFFF"/>
                          </a:solidFill>
                          <a:latin typeface="Arial"/>
                          <a:ea typeface="Arial"/>
                          <a:cs typeface="Arial"/>
                        </a:rPr>
                        <a:t>Precision</a:t>
                      </a:r>
                    </a:p>
                  </a:txBody>
                  <a:tcPr marL="91440" marR="91440" marT="45720" marB="45720" anchor="ctr">
                    <a:solidFill>
                      <a:srgbClr val="244766"/>
                    </a:solidFill>
                  </a:tcPr>
                </a:tc>
                <a:tc>
                  <a:txBody>
                    <a:bodyPr>
                      <a:noAutofit/>
                    </a:bodyPr>
                    <a:lstStyle/>
                    <a:p>
                      <a:r>
                        <a:rPr sz="1275" b="1">
                          <a:solidFill>
                            <a:srgbClr val="FFFFFF"/>
                          </a:solidFill>
                          <a:latin typeface="Arial"/>
                          <a:ea typeface="Arial"/>
                          <a:cs typeface="Arial"/>
                        </a:rPr>
                        <a:t>Recall</a:t>
                      </a:r>
                    </a:p>
                  </a:txBody>
                  <a:tcPr marL="91440" marR="91440" marT="45720" marB="45720" anchor="ctr">
                    <a:solidFill>
                      <a:srgbClr val="244766"/>
                    </a:solidFill>
                  </a:tcPr>
                </a:tc>
                <a:tc>
                  <a:txBody>
                    <a:bodyPr>
                      <a:noAutofit/>
                    </a:bodyPr>
                    <a:lstStyle/>
                    <a:p>
                      <a:r>
                        <a:rPr sz="1275" b="1">
                          <a:solidFill>
                            <a:srgbClr val="FFFFFF"/>
                          </a:solidFill>
                          <a:latin typeface="Arial"/>
                          <a:ea typeface="Arial"/>
                          <a:cs typeface="Arial"/>
                        </a:rPr>
                        <a:t>F1</a:t>
                      </a:r>
                    </a:p>
                  </a:txBody>
                  <a:tcPr marL="91440" marR="91440" marT="45720" marB="45720" anchor="ctr">
                    <a:solidFill>
                      <a:srgbClr val="244766"/>
                    </a:solidFill>
                  </a:tcPr>
                </a:tc>
              </a:tr>
              <a:tr h="428625">
                <a:tc>
                  <a:txBody>
                    <a:bodyPr>
                      <a:noAutofit/>
                    </a:bodyPr>
                    <a:lstStyle/>
                    <a:p>
                      <a:r>
                        <a:rPr sz="1275" b="0">
                          <a:solidFill>
                            <a:srgbClr val="1E293B"/>
                          </a:solidFill>
                          <a:latin typeface="Arial"/>
                          <a:ea typeface="Arial"/>
                          <a:cs typeface="Arial"/>
                        </a:rPr>
                        <a:t>MultinomialNB</a:t>
                      </a:r>
                    </a:p>
                  </a:txBody>
                  <a:tcPr marL="91440" marR="91440" marT="45720" marB="45720" anchor="ctr">
                    <a:solidFill>
                      <a:srgbClr val="F1F5F9"/>
                    </a:solidFill>
                  </a:tcPr>
                </a:tc>
                <a:tc>
                  <a:txBody>
                    <a:bodyPr>
                      <a:noAutofit/>
                    </a:bodyPr>
                    <a:lstStyle/>
                    <a:p>
                      <a:r>
                        <a:rPr sz="1275" b="0">
                          <a:solidFill>
                            <a:srgbClr val="1E293B"/>
                          </a:solidFill>
                          <a:latin typeface="Arial"/>
                          <a:ea typeface="Arial"/>
                          <a:cs typeface="Arial"/>
                        </a:rPr>
                        <a:t>1,0000</a:t>
                      </a:r>
                    </a:p>
                  </a:txBody>
                  <a:tcPr marL="91440" marR="91440" marT="45720" marB="45720" anchor="ctr">
                    <a:solidFill>
                      <a:srgbClr val="F1F5F9"/>
                    </a:solidFill>
                  </a:tcPr>
                </a:tc>
                <a:tc>
                  <a:txBody>
                    <a:bodyPr>
                      <a:noAutofit/>
                    </a:bodyPr>
                    <a:lstStyle/>
                    <a:p>
                      <a:r>
                        <a:rPr sz="1275" b="0">
                          <a:solidFill>
                            <a:srgbClr val="1E293B"/>
                          </a:solidFill>
                          <a:latin typeface="Arial"/>
                          <a:ea typeface="Arial"/>
                          <a:cs typeface="Arial"/>
                        </a:rPr>
                        <a:t>1,0000</a:t>
                      </a:r>
                    </a:p>
                  </a:txBody>
                  <a:tcPr marL="91440" marR="91440" marT="45720" marB="45720" anchor="ctr">
                    <a:solidFill>
                      <a:srgbClr val="F1F5F9"/>
                    </a:solidFill>
                  </a:tcPr>
                </a:tc>
                <a:tc>
                  <a:txBody>
                    <a:bodyPr>
                      <a:noAutofit/>
                    </a:bodyPr>
                    <a:lstStyle/>
                    <a:p>
                      <a:r>
                        <a:rPr sz="1275" b="0">
                          <a:solidFill>
                            <a:srgbClr val="1E293B"/>
                          </a:solidFill>
                          <a:latin typeface="Arial"/>
                          <a:ea typeface="Arial"/>
                          <a:cs typeface="Arial"/>
                        </a:rPr>
                        <a:t>1,0000</a:t>
                      </a:r>
                    </a:p>
                  </a:txBody>
                  <a:tcPr marL="91440" marR="91440" marT="45720" marB="45720" anchor="ctr">
                    <a:solidFill>
                      <a:srgbClr val="F1F5F9"/>
                    </a:solidFill>
                  </a:tcPr>
                </a:tc>
                <a:tc>
                  <a:txBody>
                    <a:bodyPr>
                      <a:noAutofit/>
                    </a:bodyPr>
                    <a:lstStyle/>
                    <a:p>
                      <a:r>
                        <a:rPr sz="1275" b="0">
                          <a:solidFill>
                            <a:srgbClr val="1E293B"/>
                          </a:solidFill>
                          <a:latin typeface="Arial"/>
                          <a:ea typeface="Arial"/>
                          <a:cs typeface="Arial"/>
                        </a:rPr>
                        <a:t>1,0000</a:t>
                      </a:r>
                    </a:p>
                  </a:txBody>
                  <a:tcPr marL="91440" marR="91440" marT="45720" marB="45720" anchor="ctr">
                    <a:solidFill>
                      <a:srgbClr val="F1F5F9"/>
                    </a:solidFill>
                  </a:tcPr>
                </a:tc>
              </a:tr>
              <a:tr h="428625">
                <a:tc>
                  <a:txBody>
                    <a:bodyPr>
                      <a:noAutofit/>
                    </a:bodyPr>
                    <a:lstStyle/>
                    <a:p>
                      <a:r>
                        <a:rPr sz="1275" b="0">
                          <a:solidFill>
                            <a:srgbClr val="1E293B"/>
                          </a:solidFill>
                          <a:latin typeface="Arial"/>
                          <a:ea typeface="Arial"/>
                          <a:cs typeface="Arial"/>
                        </a:rPr>
                        <a:t>LogisticRegression</a:t>
                      </a:r>
                    </a:p>
                  </a:txBody>
                  <a:tcPr marL="91440" marR="91440" marT="45720" marB="45720" anchor="ctr">
                    <a:solidFill>
                      <a:srgbClr val="FFFFFF"/>
                    </a:solidFill>
                  </a:tcPr>
                </a:tc>
                <a:tc>
                  <a:txBody>
                    <a:bodyPr>
                      <a:noAutofit/>
                    </a:bodyPr>
                    <a:lstStyle/>
                    <a:p>
                      <a:r>
                        <a:rPr sz="1275" b="0">
                          <a:solidFill>
                            <a:srgbClr val="1E293B"/>
                          </a:solidFill>
                          <a:latin typeface="Arial"/>
                          <a:ea typeface="Arial"/>
                          <a:cs typeface="Arial"/>
                        </a:rPr>
                        <a:t>1,0000</a:t>
                      </a:r>
                    </a:p>
                  </a:txBody>
                  <a:tcPr marL="91440" marR="91440" marT="45720" marB="45720" anchor="ctr">
                    <a:solidFill>
                      <a:srgbClr val="FFFFFF"/>
                    </a:solidFill>
                  </a:tcPr>
                </a:tc>
                <a:tc>
                  <a:txBody>
                    <a:bodyPr>
                      <a:noAutofit/>
                    </a:bodyPr>
                    <a:lstStyle/>
                    <a:p>
                      <a:r>
                        <a:rPr sz="1275" b="0">
                          <a:solidFill>
                            <a:srgbClr val="1E293B"/>
                          </a:solidFill>
                          <a:latin typeface="Arial"/>
                          <a:ea typeface="Arial"/>
                          <a:cs typeface="Arial"/>
                        </a:rPr>
                        <a:t>1,0000</a:t>
                      </a:r>
                    </a:p>
                  </a:txBody>
                  <a:tcPr marL="91440" marR="91440" marT="45720" marB="45720" anchor="ctr">
                    <a:solidFill>
                      <a:srgbClr val="FFFFFF"/>
                    </a:solidFill>
                  </a:tcPr>
                </a:tc>
                <a:tc>
                  <a:txBody>
                    <a:bodyPr>
                      <a:noAutofit/>
                    </a:bodyPr>
                    <a:lstStyle/>
                    <a:p>
                      <a:r>
                        <a:rPr sz="1275" b="0">
                          <a:solidFill>
                            <a:srgbClr val="1E293B"/>
                          </a:solidFill>
                          <a:latin typeface="Arial"/>
                          <a:ea typeface="Arial"/>
                          <a:cs typeface="Arial"/>
                        </a:rPr>
                        <a:t>1,0000</a:t>
                      </a:r>
                    </a:p>
                  </a:txBody>
                  <a:tcPr marL="91440" marR="91440" marT="45720" marB="45720" anchor="ctr">
                    <a:solidFill>
                      <a:srgbClr val="FFFFFF"/>
                    </a:solidFill>
                  </a:tcPr>
                </a:tc>
                <a:tc>
                  <a:txBody>
                    <a:bodyPr>
                      <a:noAutofit/>
                    </a:bodyPr>
                    <a:lstStyle/>
                    <a:p>
                      <a:r>
                        <a:rPr sz="1275" b="0">
                          <a:solidFill>
                            <a:srgbClr val="1E293B"/>
                          </a:solidFill>
                          <a:latin typeface="Arial"/>
                          <a:ea typeface="Arial"/>
                          <a:cs typeface="Arial"/>
                        </a:rPr>
                        <a:t>1,0000</a:t>
                      </a:r>
                    </a:p>
                  </a:txBody>
                  <a:tcPr marL="91440" marR="91440" marT="45720" marB="45720" anchor="ctr">
                    <a:solidFill>
                      <a:srgbClr val="FFFFFF"/>
                    </a:solidFill>
                  </a:tcPr>
                </a:tc>
              </a:tr>
            </a:tbl>
          </a:graphicData>
        </a:graphic>
      </p:graphicFrame>
      <p:sp>
        <p:nvSpPr>
          <p:cNvPr id="276" name="updated-Confusion matrix mỗi mode">
            <a:extLst xmlns:a="http://schemas.openxmlformats.org/drawingml/2006/main">
              <a:ext uri="{FF2B5EF4-FFF2-40B4-BE49-F238E27FC236}">
                <a16:creationId xmlns:a16="http://schemas.microsoft.com/office/drawing/2014/main" id="{2D73772D-B032-4C41-881A-57D74BA6A1D0}"/>
              </a:ext>
            </a:extLst>
          </p:cNvPr>
          <p:cNvSpPr>
            <a:spLocks xmlns:a="http://schemas.openxmlformats.org/drawingml/2006/main" noGrp="1"/>
          </p:cNvSpPr>
          <p:nvPr/>
        </p:nvSpPr>
        <p:spPr>
          <a:xfrm xmlns:a="http://schemas.openxmlformats.org/drawingml/2006/main">
            <a:off x="476250" y="3381375"/>
            <a:ext cx="8191500" cy="1314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500" b="0">
                <a:solidFill>
                  <a:srgbClr val="1E293B"/>
                </a:solidFill>
                <a:latin typeface="Arial"/>
                <a:ea typeface="Arial"/>
                <a:cs typeface="Arial"/>
              </a:defRPr>
            </a:pPr>
            <a:r>
              <a:rPr sz="1500" b="0">
                <a:solidFill>
                  <a:srgbClr val="1E293B"/>
                </a:solidFill>
                <a:latin typeface="Arial"/>
                <a:ea typeface="Arial"/>
                <a:cs typeface="Arial"/>
              </a:rPr>
              <a:t>Confusion matrix mỗi model: [[34, 0], [0, 34]]. Lớp dương: SPAM.</a:t>
            </a:r>
          </a:p>
          <a:p xmlns:a="http://schemas.openxmlformats.org/drawingml/2006/main">
            <a:r>
              <a:t/>
            </a:r>
          </a:p>
          <a:p xmlns:a="http://schemas.openxmlformats.org/drawingml/2006/main">
            <a:pPr>
              <a:defRPr sz="1500" b="0">
                <a:solidFill>
                  <a:srgbClr val="1E293B"/>
                </a:solidFill>
                <a:latin typeface="Arial"/>
                <a:ea typeface="Arial"/>
                <a:cs typeface="Arial"/>
              </a:defRPr>
            </a:pPr>
            <a:r>
              <a:rPr sz="1500" b="0">
                <a:solidFill>
                  <a:srgbClr val="1E293B"/>
                </a:solidFill>
                <a:latin typeface="Arial"/>
                <a:ea typeface="Arial"/>
                <a:cs typeface="Arial"/>
              </a:rPr>
              <a:t>Nhiều mẫu có cấu trúc lặp. Đây là đánh giá tập nền riêng, không phải đánh giá toàn bộ seed 100k hoặc email thật.</a:t>
            </a:r>
          </a:p>
        </p:txBody>
      </p:sp>
    </p:spTree>
    <p:extLst>
      <p:ext uri="{BB962C8B-B14F-4D97-AF65-F5344CB8AC3E}">
        <p14:creationId xmlns:p14="http://schemas.microsoft.com/office/powerpoint/2010/main" val="311570820"/>
      </p:ext>
    </p:extLst>
  </p:cSld>
</p:sld>
</file>

<file path=ppt/slides/slide16.xml><?xml version="1.0" encoding="utf-8"?>
<p:sld xmlns:p="http://schemas.openxmlformats.org/presentationml/2006/main">
  <p:cSld>
    <p:bg>
      <p:bgPr>
        <a:solidFill xmlns:a="http://schemas.openxmlformats.org/drawingml/2006/main">
          <a:srgbClr val="F8FAFC"/>
        </a:solidFill>
      </p:bgPr>
    </p:bg>
    <p:spTree>
      <p:nvGrpSpPr>
        <p:cNvPr id="1" name=""/>
        <p:cNvGrpSpPr/>
        <p:nvPr/>
      </p:nvGrpSpPr>
      <p:grpSpPr>
        <a:xfrm xmlns:a="http://schemas.openxmlformats.org/drawingml/2006/main"/>
      </p:grpSpPr>
      <p:sp>
        <p:nvSpPr>
          <p:cNvPr id="272" name="Google Shape;272;p23">
            <a:extLst xmlns:a="http://schemas.openxmlformats.org/drawingml/2006/main">
              <a:ext uri="{FF2B5EF4-FFF2-40B4-BE49-F238E27FC236}">
                <a16:creationId xmlns:a16="http://schemas.microsoft.com/office/drawing/2014/main" id="{401AA23E-5BBF-4378-A4FB-766C8466F0BE}"/>
              </a:ext>
            </a:extLst>
          </p:cNvPr>
          <p:cNvSpPr>
            <a:spLocks xmlns:a="http://schemas.openxmlformats.org/drawingml/2006/main" noGrp="1"/>
          </p:cNvSpPr>
          <p:nvPr/>
        </p:nvSpPr>
        <p:spPr>
          <a:xfrm xmlns:a="http://schemas.openxmlformats.org/drawingml/2006/main" rot="0" flipH="0" flipV="0">
            <a:off x="571500" y="1333500"/>
            <a:ext cx="8001000" cy="2476500"/>
          </a:xfrm>
          <a:prstGeom xmlns:a="http://schemas.openxmlformats.org/drawingml/2006/main" prst="rect">
            <a:avLst/>
          </a:prstGeom>
          <a:solidFill xmlns:a="http://schemas.openxmlformats.org/drawingml/2006/main">
            <a:srgbClr val="000000">
              <a:alpha val="0"/>
            </a:srgbClr>
          </a:solidFill>
          <a:ln xmlns:a="http://schemas.openxmlformats.org/drawingml/2006/main">
            <a:noFill/>
          </a:ln>
        </p:spPr>
        <p:txBody>
          <a:bodyPr xmlns:a="http://schemas.openxmlformats.org/drawingml/2006/main" spcFirstLastPara="1" wrap="square" lIns="0" tIns="0" rIns="0" bIns="0" anchor="ctr">
            <a:noAutofit/>
          </a:bodyPr>
          <a:lstStyle xmlns:a="http://schemas.openxmlformats.org/drawingml/2006/main"/>
          <a:p xmlns:a="http://schemas.openxmlformats.org/drawingml/2006/main">
            <a:pPr marL="0" lvl="0" indent="0" algn="l">
              <a:spcBef>
                <a:spcPts val="0"/>
              </a:spcBef>
              <a:spcAft>
                <a:spcPts val="0"/>
              </a:spcAft>
              <a:buNone/>
            </a:pPr>
            <a:endParaRPr/>
          </a:p>
        </p:txBody>
      </p:sp>
      <p:sp>
        <p:nvSpPr>
          <p:cNvPr id="273" name="Google Shape;273;p23">
            <a:extLst xmlns:a="http://schemas.openxmlformats.org/drawingml/2006/main">
              <a:ext uri="{FF2B5EF4-FFF2-40B4-BE49-F238E27FC236}">
                <a16:creationId xmlns:a16="http://schemas.microsoft.com/office/drawing/2014/main" id="{5E76F433-627E-4B9A-A59A-77B0ACD8D48A}"/>
              </a:ext>
            </a:extLst>
          </p:cNvPr>
          <p:cNvSpPr>
            <a:spLocks xmlns:a="http://schemas.openxmlformats.org/drawingml/2006/main" noGrp="1"/>
          </p:cNvSpPr>
          <p:nvPr/>
        </p:nvSpPr>
        <p:spPr>
          <a:xfrm xmlns:a="http://schemas.openxmlformats.org/drawingml/2006/main" rot="0" flipH="0" flipV="0">
            <a:off x="571500" y="333375"/>
            <a:ext cx="8001000" cy="619125"/>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t">
            <a:noAutofit/>
          </a:bodyPr>
          <a:lstStyle xmlns:a="http://schemas.openxmlformats.org/drawingml/2006/main"/>
          <a:p xmlns:a="http://schemas.openxmlformats.org/drawingml/2006/main">
            <a:pPr marL="0" lvl="0" indent="0" algn="l">
              <a:spcBef>
                <a:spcPts val="0"/>
              </a:spcBef>
              <a:spcAft>
                <a:spcPts val="0"/>
              </a:spcAft>
              <a:buNone/>
              <a:defRPr sz="2400" b="1">
                <a:solidFill>
                  <a:srgbClr val="0F172A"/>
                </a:solidFill>
                <a:latin typeface="Arial"/>
                <a:ea typeface="Arial"/>
                <a:cs typeface="Arial"/>
              </a:defRPr>
            </a:pPr>
            <a:r>
              <a:rPr sz="2400" b="1" i="0">
                <a:solidFill>
                  <a:srgbClr val="0F172A"/>
                </a:solidFill>
                <a:latin typeface="Arial"/>
                <a:ea typeface="Arial"/>
                <a:cs typeface="Arial"/>
              </a:rPr>
              <a:t>API và kiểm thử chức năng mới</a:t>
            </a:r>
            <a:endParaRPr sz="4500" b="1" i="0">
              <a:solidFill>
                <a:srgbClr val="0F172A"/>
              </a:solidFill>
              <a:latin typeface="Arial"/>
              <a:ea typeface="Arial"/>
              <a:cs typeface="Arial"/>
            </a:endParaRPr>
          </a:p>
        </p:txBody>
      </p:sp>
      <p:graphicFrame>
        <p:nvGraphicFramePr>
          <p:cNvPr id="278" name=""/>
          <p:cNvGraphicFramePr/>
          <p:nvPr/>
        </p:nvGraphicFramePr>
        <p:xfrm>
          <a:off xmlns:a="http://schemas.openxmlformats.org/drawingml/2006/main" x="476250" y="1095375"/>
          <a:ext xmlns:a="http://schemas.openxmlformats.org/drawingml/2006/main" cx="8191500" cy="2714625"/>
        </p:xfrm>
        <a:graphic xmlns:a="http://schemas.openxmlformats.org/drawingml/2006/main">
          <a:graphicData uri="http://schemas.openxmlformats.org/drawingml/2006/table">
            <a:tbl>
              <a:tblPr/>
              <a:tblGrid>
                <a:gridCol w="2476500"/>
                <a:gridCol w="5715000"/>
              </a:tblGrid>
              <a:tr h="452438">
                <a:tc>
                  <a:txBody>
                    <a:bodyPr>
                      <a:noAutofit/>
                    </a:bodyPr>
                    <a:lstStyle/>
                    <a:p>
                      <a:r>
                        <a:rPr sz="1350" b="1">
                          <a:solidFill>
                            <a:srgbClr val="FFFFFF"/>
                          </a:solidFill>
                          <a:latin typeface="Arial"/>
                          <a:ea typeface="Arial"/>
                          <a:cs typeface="Arial"/>
                        </a:rPr>
                        <a:t>Nhóm</a:t>
                      </a:r>
                    </a:p>
                  </a:txBody>
                  <a:tcPr marL="91440" marR="91440" marT="45720" marB="45720" anchor="ctr">
                    <a:solidFill>
                      <a:srgbClr val="244766"/>
                    </a:solidFill>
                  </a:tcPr>
                </a:tc>
                <a:tc>
                  <a:txBody>
                    <a:bodyPr>
                      <a:noAutofit/>
                    </a:bodyPr>
                    <a:lstStyle/>
                    <a:p>
                      <a:r>
                        <a:rPr sz="1350" b="1">
                          <a:solidFill>
                            <a:srgbClr val="FFFFFF"/>
                          </a:solidFill>
                          <a:latin typeface="Arial"/>
                          <a:ea typeface="Arial"/>
                          <a:cs typeface="Arial"/>
                        </a:rPr>
                        <a:t>Hành vi đã kiểm tra</a:t>
                      </a:r>
                    </a:p>
                  </a:txBody>
                  <a:tcPr marL="91440" marR="91440" marT="45720" marB="45720" anchor="ctr">
                    <a:solidFill>
                      <a:srgbClr val="244766"/>
                    </a:solidFill>
                  </a:tcPr>
                </a:tc>
              </a:tr>
              <a:tr h="452438">
                <a:tc>
                  <a:txBody>
                    <a:bodyPr>
                      <a:noAutofit/>
                    </a:bodyPr>
                    <a:lstStyle/>
                    <a:p>
                      <a:r>
                        <a:rPr sz="1350" b="0">
                          <a:solidFill>
                            <a:srgbClr val="1E293B"/>
                          </a:solidFill>
                          <a:latin typeface="Arial"/>
                          <a:ea typeface="Arial"/>
                          <a:cs typeface="Arial"/>
                        </a:rPr>
                        <a:t>Dataset và seed</a:t>
                      </a:r>
                    </a:p>
                  </a:txBody>
                  <a:tcPr marL="91440" marR="91440" marT="45720" marB="45720" anchor="ctr">
                    <a:solidFill>
                      <a:srgbClr val="F1F5F9"/>
                    </a:solidFill>
                  </a:tcPr>
                </a:tc>
                <a:tc>
                  <a:txBody>
                    <a:bodyPr>
                      <a:noAutofit/>
                    </a:bodyPr>
                    <a:lstStyle/>
                    <a:p>
                      <a:r>
                        <a:rPr sz="1350" b="0">
                          <a:solidFill>
                            <a:srgbClr val="1E293B"/>
                          </a:solidFill>
                          <a:latin typeface="Arial"/>
                          <a:ea typeface="Arial"/>
                          <a:cs typeface="Arial"/>
                        </a:rPr>
                        <a:t>CRUD, validation, phân trang, nạp gzip không trùng</a:t>
                      </a:r>
                    </a:p>
                  </a:txBody>
                  <a:tcPr marL="91440" marR="91440" marT="45720" marB="45720" anchor="ctr">
                    <a:solidFill>
                      <a:srgbClr val="F1F5F9"/>
                    </a:solidFill>
                  </a:tcPr>
                </a:tc>
              </a:tr>
              <a:tr h="452438">
                <a:tc>
                  <a:txBody>
                    <a:bodyPr>
                      <a:noAutofit/>
                    </a:bodyPr>
                    <a:lstStyle/>
                    <a:p>
                      <a:r>
                        <a:rPr sz="1350" b="0">
                          <a:solidFill>
                            <a:srgbClr val="1E293B"/>
                          </a:solidFill>
                          <a:latin typeface="Arial"/>
                          <a:ea typeface="Arial"/>
                          <a:cs typeface="Arial"/>
                        </a:rPr>
                        <a:t>Model và ML</a:t>
                      </a:r>
                    </a:p>
                  </a:txBody>
                  <a:tcPr marL="91440" marR="91440" marT="45720" marB="45720" anchor="ctr">
                    <a:solidFill>
                      <a:srgbClr val="FFFFFF"/>
                    </a:solidFill>
                  </a:tcPr>
                </a:tc>
                <a:tc>
                  <a:txBody>
                    <a:bodyPr>
                      <a:noAutofit/>
                    </a:bodyPr>
                    <a:lstStyle/>
                    <a:p>
                      <a:r>
                        <a:rPr sz="1350" b="0">
                          <a:solidFill>
                            <a:srgbClr val="1E293B"/>
                          </a:solidFill>
                          <a:latin typeface="Arial"/>
                          <a:ea typeface="Arial"/>
                          <a:cs typeface="Arial"/>
                        </a:rPr>
                        <a:t>Train/compare, dữ liệu thiếu, Unicode, confidence</a:t>
                      </a:r>
                    </a:p>
                  </a:txBody>
                  <a:tcPr marL="91440" marR="91440" marT="45720" marB="45720" anchor="ctr">
                    <a:solidFill>
                      <a:srgbClr val="FFFFFF"/>
                    </a:solidFill>
                  </a:tcPr>
                </a:tc>
              </a:tr>
              <a:tr h="452438">
                <a:tc>
                  <a:txBody>
                    <a:bodyPr>
                      <a:noAutofit/>
                    </a:bodyPr>
                    <a:lstStyle/>
                    <a:p>
                      <a:r>
                        <a:rPr sz="1350" b="0">
                          <a:solidFill>
                            <a:srgbClr val="1E293B"/>
                          </a:solidFill>
                          <a:latin typeface="Arial"/>
                          <a:ea typeface="Arial"/>
                          <a:cs typeface="Arial"/>
                        </a:rPr>
                        <a:t>Tài khoản</a:t>
                      </a:r>
                    </a:p>
                  </a:txBody>
                  <a:tcPr marL="91440" marR="91440" marT="45720" marB="45720" anchor="ctr">
                    <a:solidFill>
                      <a:srgbClr val="F1F5F9"/>
                    </a:solidFill>
                  </a:tcPr>
                </a:tc>
                <a:tc>
                  <a:txBody>
                    <a:bodyPr>
                      <a:noAutofit/>
                    </a:bodyPr>
                    <a:lstStyle/>
                    <a:p>
                      <a:r>
                        <a:rPr sz="1350" b="0">
                          <a:solidFill>
                            <a:srgbClr val="1E293B"/>
                          </a:solidFill>
                          <a:latin typeface="Arial"/>
                          <a:ea typeface="Arial"/>
                          <a:cs typeface="Arial"/>
                        </a:rPr>
                        <a:t>Session, Admin/Analyst, Admin cuối cùng</a:t>
                      </a:r>
                    </a:p>
                  </a:txBody>
                  <a:tcPr marL="91440" marR="91440" marT="45720" marB="45720" anchor="ctr">
                    <a:solidFill>
                      <a:srgbClr val="F1F5F9"/>
                    </a:solidFill>
                  </a:tcPr>
                </a:tc>
              </a:tr>
              <a:tr h="452438">
                <a:tc>
                  <a:txBody>
                    <a:bodyPr>
                      <a:noAutofit/>
                    </a:bodyPr>
                    <a:lstStyle/>
                    <a:p>
                      <a:r>
                        <a:rPr sz="1350" b="0">
                          <a:solidFill>
                            <a:srgbClr val="1E293B"/>
                          </a:solidFill>
                          <a:latin typeface="Arial"/>
                          <a:ea typeface="Arial"/>
                          <a:cs typeface="Arial"/>
                        </a:rPr>
                        <a:t>IP và domain</a:t>
                      </a:r>
                    </a:p>
                  </a:txBody>
                  <a:tcPr marL="91440" marR="91440" marT="45720" marB="45720" anchor="ctr">
                    <a:solidFill>
                      <a:srgbClr val="FFFFFF"/>
                    </a:solidFill>
                  </a:tcPr>
                </a:tc>
                <a:tc>
                  <a:txBody>
                    <a:bodyPr>
                      <a:noAutofit/>
                    </a:bodyPr>
                    <a:lstStyle/>
                    <a:p>
                      <a:r>
                        <a:rPr sz="1350" b="0">
                          <a:solidFill>
                            <a:srgbClr val="1E293B"/>
                          </a:solidFill>
                          <a:latin typeface="Arial"/>
                          <a:ea typeface="Arial"/>
                          <a:cs typeface="Arial"/>
                        </a:rPr>
                        <a:t>CRUD và so khớp dấu hiệu</a:t>
                      </a:r>
                    </a:p>
                  </a:txBody>
                  <a:tcPr marL="91440" marR="91440" marT="45720" marB="45720" anchor="ctr">
                    <a:solidFill>
                      <a:srgbClr val="FFFFFF"/>
                    </a:solidFill>
                  </a:tcPr>
                </a:tc>
              </a:tr>
              <a:tr h="452438">
                <a:tc>
                  <a:txBody>
                    <a:bodyPr>
                      <a:noAutofit/>
                    </a:bodyPr>
                    <a:lstStyle/>
                    <a:p>
                      <a:r>
                        <a:rPr sz="1350" b="0">
                          <a:solidFill>
                            <a:srgbClr val="1E293B"/>
                          </a:solidFill>
                          <a:latin typeface="Arial"/>
                          <a:ea typeface="Arial"/>
                          <a:cs typeface="Arial"/>
                        </a:rPr>
                        <a:t>Thiết lập</a:t>
                      </a:r>
                    </a:p>
                  </a:txBody>
                  <a:tcPr marL="91440" marR="91440" marT="45720" marB="45720" anchor="ctr">
                    <a:solidFill>
                      <a:srgbClr val="F1F5F9"/>
                    </a:solidFill>
                  </a:tcPr>
                </a:tc>
                <a:tc>
                  <a:txBody>
                    <a:bodyPr>
                      <a:noAutofit/>
                    </a:bodyPr>
                    <a:lstStyle/>
                    <a:p>
                      <a:r>
                        <a:rPr sz="1350" b="0">
                          <a:solidFill>
                            <a:srgbClr val="1E293B"/>
                          </a:solidFill>
                          <a:latin typeface="Arial"/>
                          <a:ea typeface="Arial"/>
                          <a:cs typeface="Arial"/>
                        </a:rPr>
                        <a:t>Hồ sơ, đổi mật khẩu và seed sáu bảng</a:t>
                      </a:r>
                    </a:p>
                  </a:txBody>
                  <a:tcPr marL="91440" marR="91440" marT="45720" marB="45720" anchor="ctr">
                    <a:solidFill>
                      <a:srgbClr val="F1F5F9"/>
                    </a:solidFill>
                  </a:tcPr>
                </a:tc>
              </a:tr>
            </a:tbl>
          </a:graphicData>
        </a:graphic>
      </p:graphicFrame>
      <p:sp>
        <p:nvSpPr>
          <p:cNvPr id="275" name="updated-34 passed. Lệnh: python -">
            <a:extLst xmlns:a="http://schemas.openxmlformats.org/drawingml/2006/main">
              <a:ext uri="{FF2B5EF4-FFF2-40B4-BE49-F238E27FC236}">
                <a16:creationId xmlns:a16="http://schemas.microsoft.com/office/drawing/2014/main" id="{F273CBAF-4217-47A6-BF0F-C5A98C8BD406}"/>
              </a:ext>
            </a:extLst>
          </p:cNvPr>
          <p:cNvSpPr>
            <a:spLocks xmlns:a="http://schemas.openxmlformats.org/drawingml/2006/main" noGrp="1"/>
          </p:cNvSpPr>
          <p:nvPr/>
        </p:nvSpPr>
        <p:spPr>
          <a:xfrm xmlns:a="http://schemas.openxmlformats.org/drawingml/2006/main">
            <a:off x="476250" y="4095750"/>
            <a:ext cx="8191500" cy="61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500" b="0">
                <a:solidFill>
                  <a:srgbClr val="1E293B"/>
                </a:solidFill>
                <a:latin typeface="Arial"/>
                <a:ea typeface="Arial"/>
                <a:cs typeface="Arial"/>
              </a:defRPr>
            </a:pPr>
            <a:r>
              <a:rPr sz="1500" b="0">
                <a:solidFill>
                  <a:srgbClr val="1E293B"/>
                </a:solidFill>
                <a:latin typeface="Arial"/>
                <a:ea typeface="Arial"/>
                <a:cs typeface="Arial"/>
              </a:rPr>
              <a:t>34 passed. Lệnh: python -m pytest tests/ -q</a:t>
            </a:r>
          </a:p>
          <a:p xmlns:a="http://schemas.openxmlformats.org/drawingml/2006/main">
            <a:pPr>
              <a:defRPr sz="1500" b="0">
                <a:solidFill>
                  <a:srgbClr val="1E293B"/>
                </a:solidFill>
                <a:latin typeface="Arial"/>
                <a:ea typeface="Arial"/>
                <a:cs typeface="Arial"/>
              </a:defRPr>
            </a:pPr>
            <a:r>
              <a:rPr sz="1500" b="0">
                <a:solidFill>
                  <a:srgbClr val="1E293B"/>
                </a:solidFill>
                <a:latin typeface="Arial"/>
                <a:ea typeface="Arial"/>
                <a:cs typeface="Arial"/>
              </a:rPr>
              <a:t>--ignore=tests/test_training_manual.py</a:t>
            </a:r>
          </a:p>
        </p:txBody>
      </p:sp>
    </p:spTree>
    <p:extLst>
      <p:ext uri="{BB962C8B-B14F-4D97-AF65-F5344CB8AC3E}">
        <p14:creationId xmlns:p14="http://schemas.microsoft.com/office/powerpoint/2010/main" val="311570820"/>
      </p:ext>
    </p:extLst>
  </p:cSld>
</p:sld>
</file>

<file path=ppt/slides/slide17.xml><?xml version="1.0" encoding="utf-8"?>
<p:sld xmlns:p="http://schemas.openxmlformats.org/presentationml/2006/main">
  <p:cSld>
    <p:bg>
      <p:bgPr>
        <a:solidFill xmlns:a="http://schemas.openxmlformats.org/drawingml/2006/main">
          <a:srgbClr val="F8FAFC"/>
        </a:solidFill>
      </p:bgPr>
    </p:bg>
    <p:spTree>
      <p:nvGrpSpPr>
        <p:cNvPr id="1" name=""/>
        <p:cNvGrpSpPr/>
        <p:nvPr/>
      </p:nvGrpSpPr>
      <p:grpSpPr>
        <a:xfrm xmlns:a="http://schemas.openxmlformats.org/drawingml/2006/main"/>
      </p:grpSpPr>
      <p:sp>
        <p:nvSpPr>
          <p:cNvPr id="272" name="Google Shape;272;p23">
            <a:extLst xmlns:a="http://schemas.openxmlformats.org/drawingml/2006/main">
              <a:ext uri="{FF2B5EF4-FFF2-40B4-BE49-F238E27FC236}">
                <a16:creationId xmlns:a16="http://schemas.microsoft.com/office/drawing/2014/main" id="{401AA23E-5BBF-4378-A4FB-766C8466F0BE}"/>
              </a:ext>
            </a:extLst>
          </p:cNvPr>
          <p:cNvSpPr>
            <a:spLocks xmlns:a="http://schemas.openxmlformats.org/drawingml/2006/main" noGrp="1"/>
          </p:cNvSpPr>
          <p:nvPr/>
        </p:nvSpPr>
        <p:spPr>
          <a:xfrm xmlns:a="http://schemas.openxmlformats.org/drawingml/2006/main" rot="0" flipH="0" flipV="0">
            <a:off x="571500" y="1333500"/>
            <a:ext cx="8001000" cy="2476500"/>
          </a:xfrm>
          <a:prstGeom xmlns:a="http://schemas.openxmlformats.org/drawingml/2006/main" prst="rect">
            <a:avLst/>
          </a:prstGeom>
          <a:solidFill xmlns:a="http://schemas.openxmlformats.org/drawingml/2006/main">
            <a:srgbClr val="000000">
              <a:alpha val="0"/>
            </a:srgbClr>
          </a:solidFill>
          <a:ln xmlns:a="http://schemas.openxmlformats.org/drawingml/2006/main">
            <a:noFill/>
          </a:ln>
        </p:spPr>
        <p:txBody>
          <a:bodyPr xmlns:a="http://schemas.openxmlformats.org/drawingml/2006/main" spcFirstLastPara="1" wrap="square" lIns="0" tIns="0" rIns="0" bIns="0" anchor="ctr">
            <a:noAutofit/>
          </a:bodyPr>
          <a:lstStyle xmlns:a="http://schemas.openxmlformats.org/drawingml/2006/main"/>
          <a:p xmlns:a="http://schemas.openxmlformats.org/drawingml/2006/main">
            <a:pPr marL="0" lvl="0" indent="0" algn="l">
              <a:spcBef>
                <a:spcPts val="0"/>
              </a:spcBef>
              <a:spcAft>
                <a:spcPts val="0"/>
              </a:spcAft>
              <a:buNone/>
            </a:pPr>
            <a:endParaRPr/>
          </a:p>
        </p:txBody>
      </p:sp>
      <p:sp>
        <p:nvSpPr>
          <p:cNvPr id="273" name="Google Shape;273;p23">
            <a:extLst xmlns:a="http://schemas.openxmlformats.org/drawingml/2006/main">
              <a:ext uri="{FF2B5EF4-FFF2-40B4-BE49-F238E27FC236}">
                <a16:creationId xmlns:a16="http://schemas.microsoft.com/office/drawing/2014/main" id="{5E76F433-627E-4B9A-A59A-77B0ACD8D48A}"/>
              </a:ext>
            </a:extLst>
          </p:cNvPr>
          <p:cNvSpPr>
            <a:spLocks xmlns:a="http://schemas.openxmlformats.org/drawingml/2006/main" noGrp="1"/>
          </p:cNvSpPr>
          <p:nvPr/>
        </p:nvSpPr>
        <p:spPr>
          <a:xfrm xmlns:a="http://schemas.openxmlformats.org/drawingml/2006/main" rot="0" flipH="0" flipV="0">
            <a:off x="571500" y="333375"/>
            <a:ext cx="8001000" cy="619125"/>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t">
            <a:noAutofit/>
          </a:bodyPr>
          <a:lstStyle xmlns:a="http://schemas.openxmlformats.org/drawingml/2006/main"/>
          <a:p xmlns:a="http://schemas.openxmlformats.org/drawingml/2006/main">
            <a:pPr marL="0" lvl="0" indent="0" algn="l">
              <a:spcBef>
                <a:spcPts val="0"/>
              </a:spcBef>
              <a:spcAft>
                <a:spcPts val="0"/>
              </a:spcAft>
              <a:buNone/>
              <a:defRPr sz="2400" b="1">
                <a:solidFill>
                  <a:srgbClr val="0F172A"/>
                </a:solidFill>
                <a:latin typeface="Arial"/>
                <a:ea typeface="Arial"/>
                <a:cs typeface="Arial"/>
              </a:defRPr>
            </a:pPr>
            <a:r>
              <a:rPr sz="2400" b="1" i="0">
                <a:solidFill>
                  <a:srgbClr val="0F172A"/>
                </a:solidFill>
                <a:latin typeface="Arial"/>
                <a:ea typeface="Arial"/>
                <a:cs typeface="Arial"/>
              </a:rPr>
              <a:t>Hạn chế và hướng phát triển</a:t>
            </a:r>
            <a:endParaRPr sz="4500" b="1" i="0">
              <a:solidFill>
                <a:srgbClr val="0F172A"/>
              </a:solidFill>
              <a:latin typeface="Arial"/>
              <a:ea typeface="Arial"/>
              <a:cs typeface="Arial"/>
            </a:endParaRPr>
          </a:p>
        </p:txBody>
      </p:sp>
      <p:sp>
        <p:nvSpPr>
          <p:cNvPr id="274" name="updated-Dữ liệu tổng hợp phục vụ ">
            <a:extLst xmlns:a="http://schemas.openxmlformats.org/drawingml/2006/main">
              <a:ext uri="{FF2B5EF4-FFF2-40B4-BE49-F238E27FC236}">
                <a16:creationId xmlns:a16="http://schemas.microsoft.com/office/drawing/2014/main" id="{1028FCCF-7BD0-41F6-AE44-8C8F4F100896}"/>
              </a:ext>
            </a:extLst>
          </p:cNvPr>
          <p:cNvSpPr>
            <a:spLocks xmlns:a="http://schemas.openxmlformats.org/drawingml/2006/main" noGrp="1"/>
          </p:cNvSpPr>
          <p:nvPr/>
        </p:nvSpPr>
        <p:spPr>
          <a:xfrm xmlns:a="http://schemas.openxmlformats.org/drawingml/2006/main">
            <a:off x="571500" y="1143000"/>
            <a:ext cx="8001000" cy="3524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725" b="0">
                <a:solidFill>
                  <a:srgbClr val="1E293B"/>
                </a:solidFill>
                <a:latin typeface="Arial"/>
                <a:ea typeface="Arial"/>
                <a:cs typeface="Arial"/>
              </a:defRPr>
            </a:pPr>
            <a:r>
              <a:rPr sz="1725" b="0">
                <a:solidFill>
                  <a:srgbClr val="1E293B"/>
                </a:solidFill>
                <a:latin typeface="Arial"/>
                <a:ea typeface="Arial"/>
                <a:cs typeface="Arial"/>
              </a:rPr>
              <a:t>Dữ liệu tổng hợp phục vụ demo; cần corpus thật và đánh giá chéo.</a:t>
            </a:r>
          </a:p>
          <a:p xmlns:a="http://schemas.openxmlformats.org/drawingml/2006/main">
            <a:r>
              <a:t/>
            </a:r>
          </a:p>
          <a:p xmlns:a="http://schemas.openxmlformats.org/drawingml/2006/main">
            <a:pPr>
              <a:defRPr sz="1725" b="0">
                <a:solidFill>
                  <a:srgbClr val="1E293B"/>
                </a:solidFill>
                <a:latin typeface="Arial"/>
                <a:ea typeface="Arial"/>
                <a:cs typeface="Arial"/>
              </a:defRPr>
            </a:pPr>
            <a:r>
              <a:rPr sz="1725" b="0">
                <a:solidFill>
                  <a:srgbClr val="1E293B"/>
                </a:solidFill>
                <a:latin typeface="Arial"/>
                <a:ea typeface="Arial"/>
                <a:cs typeface="Arial"/>
              </a:rPr>
              <a:t>Blocklist nội bộ chưa có DNS/reputation hoặc kết nối hộp thư.</a:t>
            </a:r>
          </a:p>
          <a:p xmlns:a="http://schemas.openxmlformats.org/drawingml/2006/main">
            <a:r>
              <a:t/>
            </a:r>
          </a:p>
          <a:p xmlns:a="http://schemas.openxmlformats.org/drawingml/2006/main">
            <a:pPr>
              <a:defRPr sz="1725" b="0">
                <a:solidFill>
                  <a:srgbClr val="1E293B"/>
                </a:solidFill>
                <a:latin typeface="Arial"/>
                <a:ea typeface="Arial"/>
                <a:cs typeface="Arial"/>
              </a:defRPr>
            </a:pPr>
            <a:r>
              <a:rPr sz="1725" b="0">
                <a:solidFill>
                  <a:srgbClr val="1E293B"/>
                </a:solidFill>
                <a:latin typeface="Arial"/>
                <a:ea typeface="Arial"/>
                <a:cs typeface="Arial"/>
              </a:rPr>
              <a:t>Ưu tiên tiếp: import CSV tùy ý, thống kê nhãn, phân trang lịch sử, dashboard và hiệu chỉnh confidence.</a:t>
            </a:r>
          </a:p>
          <a:p xmlns:a="http://schemas.openxmlformats.org/drawingml/2006/main">
            <a:r>
              <a:t/>
            </a:r>
          </a:p>
          <a:p xmlns:a="http://schemas.openxmlformats.org/drawingml/2006/main">
            <a:pPr>
              <a:defRPr sz="1725" b="0">
                <a:solidFill>
                  <a:srgbClr val="1E293B"/>
                </a:solidFill>
                <a:latin typeface="Arial"/>
                <a:ea typeface="Arial"/>
                <a:cs typeface="Arial"/>
              </a:defRPr>
            </a:pPr>
            <a:r>
              <a:rPr sz="1725" b="0">
                <a:solidFill>
                  <a:srgbClr val="1E293B"/>
                </a:solidFill>
                <a:latin typeface="Arial"/>
                <a:ea typeface="Arial"/>
                <a:cs typeface="Arial"/>
              </a:rPr>
              <a:t>Bổ sung giới hạn thử mật khẩu, audit log và Gmail/Outlook.</a:t>
            </a:r>
          </a:p>
        </p:txBody>
      </p:sp>
    </p:spTree>
    <p:extLst>
      <p:ext uri="{BB962C8B-B14F-4D97-AF65-F5344CB8AC3E}">
        <p14:creationId xmlns:p14="http://schemas.microsoft.com/office/powerpoint/2010/main" val="311570820"/>
      </p:ext>
    </p:extLst>
  </p:cSld>
</p:sld>
</file>

<file path=ppt/slides/slide18.xml><?xml version="1.0" encoding="utf-8"?>
<p:sld xmlns:p="http://schemas.openxmlformats.org/presentationml/2006/main">
  <p:cSld>
    <p:spTree>
      <p:nvGrpSpPr>
        <p:cNvPr id="1" name=""/>
        <p:cNvGrpSpPr/>
        <p:nvPr/>
      </p:nvGrpSpPr>
      <p:grpSpPr>
        <a:xfrm xmlns:a="http://schemas.openxmlformats.org/drawingml/2006/main"/>
      </p:grpSpPr>
      <p:sp>
        <p:nvSpPr>
          <p:cNvPr id="272" name="Google Shape;272;p23">
            <a:extLst xmlns:a="http://schemas.openxmlformats.org/drawingml/2006/main">
              <a:ext uri="{FF2B5EF4-FFF2-40B4-BE49-F238E27FC236}">
                <a16:creationId xmlns:a16="http://schemas.microsoft.com/office/drawing/2014/main" id="{401AA23E-5BBF-4378-A4FB-766C8466F0BE}"/>
              </a:ext>
            </a:extLst>
          </p:cNvPr>
          <p:cNvSpPr>
            <a:spLocks xmlns:a="http://schemas.openxmlformats.org/drawingml/2006/main" noGrp="1"/>
          </p:cNvSpPr>
          <p:nvPr/>
        </p:nvSpPr>
        <p:spPr>
          <a:xfrm xmlns:a="http://schemas.openxmlformats.org/drawingml/2006/main" rot="0" flipH="0" flipV="0">
            <a:off x="571500" y="1333500"/>
            <a:ext cx="8001000" cy="2476500"/>
          </a:xfrm>
          <a:prstGeom xmlns:a="http://schemas.openxmlformats.org/drawingml/2006/main" prst="rect">
            <a:avLst/>
          </a:prstGeom>
          <a:solidFill xmlns:a="http://schemas.openxmlformats.org/drawingml/2006/main">
            <a:srgbClr val="000000">
              <a:alpha val="0"/>
            </a:srgbClr>
          </a:solidFill>
          <a:ln xmlns:a="http://schemas.openxmlformats.org/drawingml/2006/main">
            <a:noFill/>
          </a:ln>
        </p:spPr>
        <p:txBody>
          <a:bodyPr xmlns:a="http://schemas.openxmlformats.org/drawingml/2006/main" spcFirstLastPara="1" wrap="square" lIns="0" tIns="0" rIns="0" bIns="0" anchor="ctr">
            <a:noAutofit/>
          </a:bodyPr>
          <a:lstStyle xmlns:a="http://schemas.openxmlformats.org/drawingml/2006/main"/>
          <a:p xmlns:a="http://schemas.openxmlformats.org/drawingml/2006/main">
            <a:pPr marL="0" lvl="0" indent="0" algn="l">
              <a:spcBef>
                <a:spcPts val="0"/>
              </a:spcBef>
              <a:spcAft>
                <a:spcPts val="0"/>
              </a:spcAft>
              <a:buNone/>
            </a:pPr>
            <a:endParaRPr/>
          </a:p>
        </p:txBody>
      </p:sp>
      <p:sp>
        <p:nvSpPr>
          <p:cNvPr id="273" name="Google Shape;273;p23">
            <a:extLst xmlns:a="http://schemas.openxmlformats.org/drawingml/2006/main">
              <a:ext uri="{FF2B5EF4-FFF2-40B4-BE49-F238E27FC236}">
                <a16:creationId xmlns:a16="http://schemas.microsoft.com/office/drawing/2014/main" id="{5E76F433-627E-4B9A-A59A-77B0ACD8D48A}"/>
              </a:ext>
            </a:extLst>
          </p:cNvPr>
          <p:cNvSpPr>
            <a:spLocks xmlns:a="http://schemas.openxmlformats.org/drawingml/2006/main" noGrp="1"/>
          </p:cNvSpPr>
          <p:nvPr/>
        </p:nvSpPr>
        <p:spPr>
          <a:xfrm xmlns:a="http://schemas.openxmlformats.org/drawingml/2006/main" rot="0" flipH="0" flipV="0">
            <a:off x="571500" y="666750"/>
            <a:ext cx="8001000" cy="7620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ctr">
            <a:noAutofit/>
          </a:bodyPr>
          <a:lstStyle xmlns:a="http://schemas.openxmlformats.org/drawingml/2006/main"/>
          <a:p xmlns:a="http://schemas.openxmlformats.org/drawingml/2006/main">
            <a:pPr marL="0" lvl="0" indent="0" algn="ctr">
              <a:spcBef>
                <a:spcPts val="0"/>
              </a:spcBef>
              <a:spcAft>
                <a:spcPts val="0"/>
              </a:spcAft>
              <a:buNone/>
              <a:defRPr sz="3150"/>
            </a:pPr>
            <a:r>
              <a:rPr sz="3150" b="1" i="0">
                <a:solidFill>
                  <a:srgbClr val="0F172A"/>
                </a:solidFill>
                <a:latin typeface="Arial"/>
                <a:ea typeface="Arial"/>
                <a:cs typeface="Arial"/>
              </a:rPr>
              <a:t>DEMO SẢN PHẨM</a:t>
            </a:r>
            <a:endParaRPr sz="4500" b="1" i="0">
              <a:solidFill>
                <a:srgbClr val="0F172A"/>
              </a:solidFill>
              <a:latin typeface="Arial"/>
              <a:ea typeface="Arial"/>
              <a:cs typeface="Arial"/>
            </a:endParaRPr>
          </a:p>
        </p:txBody>
      </p:sp>
      <p:sp>
        <p:nvSpPr>
          <p:cNvPr id="274" name="updated-1. Đăng nhập Admin và mở ">
            <a:extLst xmlns:a="http://schemas.openxmlformats.org/drawingml/2006/main">
              <a:ext uri="{FF2B5EF4-FFF2-40B4-BE49-F238E27FC236}">
                <a16:creationId xmlns:a16="http://schemas.microsoft.com/office/drawing/2014/main" id="{97A774F3-2357-4FC9-83A9-52E5C405D6D5}"/>
              </a:ext>
            </a:extLst>
          </p:cNvPr>
          <p:cNvSpPr>
            <a:spLocks xmlns:a="http://schemas.openxmlformats.org/drawingml/2006/main" noGrp="1"/>
          </p:cNvSpPr>
          <p:nvPr/>
        </p:nvSpPr>
        <p:spPr>
          <a:xfrm xmlns:a="http://schemas.openxmlformats.org/drawingml/2006/main">
            <a:off x="952500" y="1809750"/>
            <a:ext cx="7429500" cy="2714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875" b="0">
                <a:solidFill>
                  <a:srgbClr val="1E293B"/>
                </a:solidFill>
                <a:latin typeface="Arial"/>
                <a:ea typeface="Arial"/>
                <a:cs typeface="Arial"/>
              </a:defRPr>
            </a:pPr>
            <a:r>
              <a:rPr sz="1875" b="0">
                <a:solidFill>
                  <a:srgbClr val="1E293B"/>
                </a:solidFill>
                <a:latin typeface="Arial"/>
                <a:ea typeface="Arial"/>
                <a:cs typeface="Arial"/>
              </a:rPr>
              <a:t>1. Đăng nhập Admin và mở Thiết lập</a:t>
            </a:r>
          </a:p>
          <a:p xmlns:a="http://schemas.openxmlformats.org/drawingml/2006/main">
            <a:pPr>
              <a:defRPr sz="1875" b="0">
                <a:solidFill>
                  <a:srgbClr val="1E293B"/>
                </a:solidFill>
                <a:latin typeface="Arial"/>
                <a:ea typeface="Arial"/>
                <a:cs typeface="Arial"/>
              </a:defRPr>
            </a:pPr>
            <a:r>
              <a:rPr sz="1875" b="0">
                <a:solidFill>
                  <a:srgbClr val="1E293B"/>
                </a:solidFill>
                <a:latin typeface="Arial"/>
                <a:ea typeface="Arial"/>
                <a:cs typeface="Arial"/>
              </a:rPr>
              <a:t>2. Nạp bộ demo, xem Dataset phân trang</a:t>
            </a:r>
          </a:p>
          <a:p xmlns:a="http://schemas.openxmlformats.org/drawingml/2006/main">
            <a:pPr>
              <a:defRPr sz="1875" b="0">
                <a:solidFill>
                  <a:srgbClr val="1E293B"/>
                </a:solidFill>
                <a:latin typeface="Arial"/>
                <a:ea typeface="Arial"/>
                <a:cs typeface="Arial"/>
              </a:defRPr>
            </a:pPr>
            <a:r>
              <a:rPr sz="1875" b="0">
                <a:solidFill>
                  <a:srgbClr val="1E293B"/>
                </a:solidFill>
                <a:latin typeface="Arial"/>
                <a:ea typeface="Arial"/>
                <a:cs typeface="Arial"/>
              </a:rPr>
              <a:t>3. Kiểm tra IP/domain mẫu</a:t>
            </a:r>
          </a:p>
          <a:p xmlns:a="http://schemas.openxmlformats.org/drawingml/2006/main">
            <a:pPr>
              <a:defRPr sz="1875" b="0">
                <a:solidFill>
                  <a:srgbClr val="1E293B"/>
                </a:solidFill>
                <a:latin typeface="Arial"/>
                <a:ea typeface="Arial"/>
                <a:cs typeface="Arial"/>
              </a:defRPr>
            </a:pPr>
            <a:r>
              <a:rPr sz="1875" b="0">
                <a:solidFill>
                  <a:srgbClr val="1E293B"/>
                </a:solidFill>
                <a:latin typeface="Arial"/>
                <a:ea typeface="Arial"/>
                <a:cs typeface="Arial"/>
              </a:rPr>
              <a:t>4. Sửa hồ sơ, đổi mật khẩu</a:t>
            </a:r>
          </a:p>
          <a:p xmlns:a="http://schemas.openxmlformats.org/drawingml/2006/main">
            <a:pPr>
              <a:defRPr sz="1875" b="0">
                <a:solidFill>
                  <a:srgbClr val="1E293B"/>
                </a:solidFill>
                <a:latin typeface="Arial"/>
                <a:ea typeface="Arial"/>
                <a:cs typeface="Arial"/>
              </a:defRPr>
            </a:pPr>
            <a:r>
              <a:rPr sz="1875" b="0">
                <a:solidFill>
                  <a:srgbClr val="1E293B"/>
                </a:solidFill>
                <a:latin typeface="Arial"/>
                <a:ea typeface="Arial"/>
                <a:cs typeface="Arial"/>
              </a:rPr>
              <a:t>5. Phản hồi nhãn và so sánh model</a:t>
            </a:r>
          </a:p>
        </p:txBody>
      </p:sp>
    </p:spTree>
    <p:extLst>
      <p:ext uri="{BB962C8B-B14F-4D97-AF65-F5344CB8AC3E}">
        <p14:creationId xmlns:p14="http://schemas.microsoft.com/office/powerpoint/2010/main" val="311570820"/>
      </p:ext>
    </p:extLst>
  </p:cSld>
</p:sld>
</file>

<file path=ppt/theme/theme1.xml><?xml version="1.0" encoding="utf-8"?>
<a:theme xmlns:a="http://schemas.openxmlformats.org/drawingml/2006/main" name="Office Theme">
  <a:themeElements>
    <a:clrScheme name="Office">
      <a:dk1>
        <a:srgbClr val="000000"/>
      </a:dk1>
      <a:lt1>
        <a:srgbClr val="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a:solidFill>
            <a:schemeClr val="phClr">
              <a:shade val="95000"/>
              <a:satMod val="105000"/>
            </a:schemeClr>
          </a:solidFill>
          <a:prstDash val="solid"/>
        </a:ln>
        <a:ln w="25400">
          <a:solidFill>
            <a:schemeClr val="phClr"/>
          </a:solidFill>
          <a:prstDash val="solid"/>
        </a:ln>
        <a:ln w="38100">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docProps/app.xml><?xml version="1.0" encoding="utf-8"?>
<ap:Properties xmlns:ap="http://schemas.openxmlformats.org/officeDocument/2006/extended-properties">
  <ap:Application>Walnut Exporter</ap:Application>
  <ap:PresentationFormat>Converted Presentation</ap:PresentationFormat>
  <ap:Slides>0</ap:Slides>
  <ap:Notes>0</ap:Notes>
  <ap:HiddenSlides>0</ap:HiddenSlides>
  <ap:SharedDoc>false</ap:SharedDoc>
  <ap:DocSecurity>0</ap:DocSecurity>
</ap:Properties>
</file>

<file path=docProps/core.xml><?xml version="1.0" encoding="utf-8"?>
<coreProperties xmlns:dc="http://purl.org/dc/elements/1.1/" xmlns:dcterms="http://purl.org/dc/terms/" xmlns:xsi="http://www.w3.org/2001/XMLSchema-instance" xmlns="http://schemas.openxmlformats.org/package/2006/metadata/core-properties">
  <dc:creator>Walnut Exporter</dc:creator>
  <lastModifiedBy>Walnut Exporter</lastModifiedBy>
  <dc:title>Presentation</dc:title>
  <dcterms:created xsi:type="dcterms:W3CDTF">2026-09-26T17:07:29.8760000Z</dcterms:created>
  <dcterms:modified xsi:type="dcterms:W3CDTF">2026-09-26T17:07:29.8760000Z</dcterms:modified>
</coreProperties>
</file>